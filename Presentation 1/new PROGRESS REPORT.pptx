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3" r:id="rId5"/>
    <p:sldId id="275" r:id="rId6"/>
    <p:sldId id="277" r:id="rId7"/>
    <p:sldId id="280" r:id="rId8"/>
    <p:sldId id="281" r:id="rId9"/>
    <p:sldId id="282" r:id="rId10"/>
    <p:sldId id="279" r:id="rId11"/>
    <p:sldId id="276" r:id="rId12"/>
    <p:sldId id="278" r:id="rId13"/>
    <p:sldId id="274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6327"/>
  </p:normalViewPr>
  <p:slideViewPr>
    <p:cSldViewPr snapToGrid="0">
      <p:cViewPr>
        <p:scale>
          <a:sx n="90" d="100"/>
          <a:sy n="90" d="100"/>
        </p:scale>
        <p:origin x="87" y="33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5/25/2026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REPORT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3228" y="5355832"/>
            <a:ext cx="8162828" cy="384048"/>
          </a:xfrm>
        </p:spPr>
        <p:txBody>
          <a:bodyPr/>
          <a:lstStyle/>
          <a:p>
            <a:r>
              <a:rPr lang="en-US" dirty="0"/>
              <a:t>Title: - </a:t>
            </a:r>
            <a:r>
              <a:rPr lang="en-US" b="0" dirty="0"/>
              <a:t>Twitter (X) Real-Time Data Engineering Pipeline. 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280" y="3042591"/>
            <a:ext cx="7470648" cy="32965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Project is progressing successfully and currently on track. Real-time Kafka streaming pipeline has been successfully implemented.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Producer-consumer communication has been verified.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Live tweet streaming using Kafka topic has been tested successfully.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Current project completion status is approximately 70%.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Next phase focuses on analytics and Power BI dashboard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7317" y="2971800"/>
            <a:ext cx="4828032" cy="490538"/>
          </a:xfrm>
        </p:spPr>
        <p:txBody>
          <a:bodyPr/>
          <a:lstStyle/>
          <a:p>
            <a:r>
              <a:rPr lang="en-IN" dirty="0"/>
              <a:t>Completed Work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F4D35-9BD6-00FC-A23D-DCE50F2F20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6395" y="2971800"/>
            <a:ext cx="4828032" cy="490538"/>
          </a:xfrm>
        </p:spPr>
        <p:txBody>
          <a:bodyPr/>
          <a:lstStyle/>
          <a:p>
            <a:r>
              <a:rPr lang="en-US" dirty="0"/>
              <a:t>Roadblocks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5401" y="3027367"/>
            <a:ext cx="8141350" cy="2736820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Installed and configured Apache Kafka and Zookeeper. </a:t>
            </a:r>
          </a:p>
          <a:p>
            <a:r>
              <a:rPr lang="en-IN" dirty="0"/>
              <a:t>Configured Java 17 environment for Kafka services. </a:t>
            </a:r>
          </a:p>
          <a:p>
            <a:r>
              <a:rPr lang="en-IN" dirty="0"/>
              <a:t>Converted CSV dataset into JSON format for streaming. </a:t>
            </a:r>
          </a:p>
          <a:p>
            <a:r>
              <a:rPr lang="en-IN" dirty="0"/>
              <a:t>Developed Kafka Producer and Consumer using Python. </a:t>
            </a:r>
          </a:p>
          <a:p>
            <a:r>
              <a:rPr lang="en-IN" dirty="0"/>
              <a:t>Successfully implemented and verified real-time tweet streaming pipeline.</a:t>
            </a:r>
          </a:p>
          <a:p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30408" y="3462338"/>
            <a:ext cx="6145619" cy="1686111"/>
          </a:xfrm>
        </p:spPr>
        <p:txBody>
          <a:bodyPr/>
          <a:lstStyle/>
          <a:p>
            <a:r>
              <a:rPr lang="en-US" dirty="0"/>
              <a:t>Power BI dashboard integration is in progress. </a:t>
            </a:r>
          </a:p>
          <a:p>
            <a:r>
              <a:rPr lang="en-US" dirty="0"/>
              <a:t>CSV export functionality still needs implementation. </a:t>
            </a:r>
          </a:p>
          <a:p>
            <a:r>
              <a:rPr lang="en-US" dirty="0"/>
              <a:t>Dataset requires additional cleaning and preprocessing.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ATTENTION AREAS</a:t>
            </a:r>
            <a:br>
              <a:rPr lang="en-US"/>
            </a:b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270742"/>
            <a:ext cx="4828032" cy="490538"/>
          </a:xfrm>
        </p:spPr>
        <p:txBody>
          <a:bodyPr/>
          <a:lstStyle/>
          <a:p>
            <a:r>
              <a:rPr lang="en-US" dirty="0"/>
              <a:t>Current Challenges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5352" y="910479"/>
            <a:ext cx="4754880" cy="1682750"/>
          </a:xfrm>
        </p:spPr>
        <p:txBody>
          <a:bodyPr/>
          <a:lstStyle/>
          <a:p>
            <a:r>
              <a:rPr lang="en-US" sz="1400" dirty="0"/>
              <a:t>Power BI dashboard integration is still in progress. </a:t>
            </a:r>
          </a:p>
          <a:p>
            <a:r>
              <a:rPr lang="en-US" sz="1400" dirty="0"/>
              <a:t>Consumer needs modification for CSV export functionality. </a:t>
            </a:r>
          </a:p>
          <a:p>
            <a:r>
              <a:rPr lang="en-US" sz="1400" dirty="0"/>
              <a:t>Dataset contains duplicate and noisy tweet records. </a:t>
            </a:r>
          </a:p>
          <a:p>
            <a:r>
              <a:rPr lang="en-US" sz="1400" dirty="0"/>
              <a:t>Data preprocessing and cleaning improvements are required.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3870-8786-7090-C9CF-E1E30DC7B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8941" y="3552397"/>
            <a:ext cx="4828032" cy="490538"/>
          </a:xfrm>
        </p:spPr>
        <p:txBody>
          <a:bodyPr/>
          <a:lstStyle/>
          <a:p>
            <a:r>
              <a:rPr lang="en-IN" dirty="0"/>
              <a:t>Areas Requiring Focus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51C3F1-54D5-8F63-473C-F7876B8CE1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2093" y="4160728"/>
            <a:ext cx="4754880" cy="1682750"/>
          </a:xfrm>
        </p:spPr>
        <p:txBody>
          <a:bodyPr/>
          <a:lstStyle/>
          <a:p>
            <a:r>
              <a:rPr lang="en-IN" sz="1400" dirty="0"/>
              <a:t>Improve dashboard refresh handling.</a:t>
            </a:r>
          </a:p>
          <a:p>
            <a:r>
              <a:rPr lang="en-IN" sz="1400" dirty="0"/>
              <a:t>Optimize data formatting for visualization.</a:t>
            </a:r>
          </a:p>
          <a:p>
            <a:r>
              <a:rPr lang="en-IN" sz="1400" dirty="0"/>
              <a:t>Enhance analytics layer for better insights.</a:t>
            </a:r>
            <a:endParaRPr lang="en-US" sz="1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</a:t>
            </a:r>
            <a:br>
              <a:rPr lang="en-IN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80BD-3EF5-7A7E-9E81-E73191A1D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3504" y="3101092"/>
            <a:ext cx="4828032" cy="490538"/>
          </a:xfrm>
        </p:spPr>
        <p:txBody>
          <a:bodyPr/>
          <a:lstStyle/>
          <a:p>
            <a:r>
              <a:rPr lang="en-IN" dirty="0"/>
              <a:t>Technologies Used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1480" y="3283334"/>
            <a:ext cx="4754880" cy="1682750"/>
          </a:xfrm>
        </p:spPr>
        <p:txBody>
          <a:bodyPr/>
          <a:lstStyle/>
          <a:p>
            <a:pPr marL="0" indent="0">
              <a:buNone/>
            </a:pPr>
            <a:endParaRPr lang="en-IN" sz="1400" b="1" dirty="0"/>
          </a:p>
          <a:p>
            <a:r>
              <a:rPr lang="en-IN" sz="1400" dirty="0"/>
              <a:t>Python for Producer and Consumer development </a:t>
            </a:r>
          </a:p>
          <a:p>
            <a:r>
              <a:rPr lang="en-IN" sz="1400" dirty="0"/>
              <a:t>Apache Kafka for real-time data streaming </a:t>
            </a:r>
          </a:p>
          <a:p>
            <a:r>
              <a:rPr lang="en-IN" sz="1400" dirty="0"/>
              <a:t>Zookeeper for Kafka coordination </a:t>
            </a:r>
          </a:p>
          <a:p>
            <a:r>
              <a:rPr lang="en-IN" sz="1400" dirty="0"/>
              <a:t>Java 17 runtime environment </a:t>
            </a:r>
          </a:p>
          <a:p>
            <a:r>
              <a:rPr lang="en-IN" sz="1400" dirty="0"/>
              <a:t>JSON format for event-based data streaming </a:t>
            </a:r>
          </a:p>
          <a:p>
            <a:r>
              <a:rPr lang="en-IN" sz="1400" dirty="0"/>
              <a:t>Power BI for analytics and dashboard visualization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ACD48-B184-C932-E41F-216DF4C1A5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52614" y="1863504"/>
            <a:ext cx="152400" cy="45719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Deliverables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57D-D960-563E-13D7-10BC6A041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89669" y="2801679"/>
            <a:ext cx="4828032" cy="490538"/>
          </a:xfrm>
        </p:spPr>
        <p:txBody>
          <a:bodyPr/>
          <a:lstStyle/>
          <a:p>
            <a:r>
              <a:rPr lang="en-US" dirty="0"/>
              <a:t>Main Critical Deliverables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E1F326-65DA-D1D2-BADE-C228E0696D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Kafka streaming infrastructure. </a:t>
            </a:r>
          </a:p>
          <a:p>
            <a:r>
              <a:rPr lang="en-IN" dirty="0"/>
              <a:t>Real-time producer-consumer pipeline. </a:t>
            </a:r>
          </a:p>
          <a:p>
            <a:r>
              <a:rPr lang="en-IN" dirty="0"/>
              <a:t>JSON tweet event streaming system. </a:t>
            </a:r>
          </a:p>
          <a:p>
            <a:r>
              <a:rPr lang="en-IN" dirty="0"/>
              <a:t>Kafka topic-based communication. </a:t>
            </a:r>
          </a:p>
          <a:p>
            <a:r>
              <a:rPr lang="en-IN" dirty="0"/>
              <a:t>Streaming validation screenshots. </a:t>
            </a:r>
          </a:p>
          <a:p>
            <a:r>
              <a:rPr lang="en-IN" dirty="0"/>
              <a:t>Project documentation. </a:t>
            </a:r>
          </a:p>
          <a:p>
            <a:r>
              <a:rPr lang="en-IN" dirty="0"/>
              <a:t>Power BI dashboard (upcoming).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7CDBE-3B02-5AB5-E827-307839805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80159" y="5224331"/>
            <a:ext cx="611585" cy="341257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33DEEB-3296-0AFB-2C98-5D37AC21B1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1860" y="5156790"/>
            <a:ext cx="1628184" cy="719653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2C4D-3F97-1652-3A4A-C989986D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C1259C-0A50-37A0-081E-E36D391D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6911-B582-CB5C-914D-58A0AE6AB7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008" y="1125531"/>
            <a:ext cx="4828032" cy="490538"/>
          </a:xfrm>
        </p:spPr>
        <p:txBody>
          <a:bodyPr/>
          <a:lstStyle/>
          <a:p>
            <a:r>
              <a:rPr lang="en-US" dirty="0"/>
              <a:t>Projection Of Costs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4D589-C330-607E-B446-0DA52AACC4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2176" y="1946397"/>
            <a:ext cx="6410582" cy="274256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Project Cost Overview</a:t>
            </a:r>
          </a:p>
          <a:p>
            <a:r>
              <a:rPr lang="en-US" dirty="0"/>
              <a:t>Project developed mainly using open-source technologies. </a:t>
            </a:r>
          </a:p>
          <a:p>
            <a:r>
              <a:rPr lang="en-US" dirty="0"/>
              <a:t>Apache Kafka and </a:t>
            </a:r>
            <a:r>
              <a:rPr lang="en-US" dirty="0" err="1"/>
              <a:t>ZooKeeper</a:t>
            </a:r>
            <a:r>
              <a:rPr lang="en-US" dirty="0"/>
              <a:t> used for streaming infrastructure. </a:t>
            </a:r>
          </a:p>
          <a:p>
            <a:r>
              <a:rPr lang="en-US" dirty="0"/>
              <a:t>Python used for producer-consumer implementation. </a:t>
            </a:r>
          </a:p>
          <a:p>
            <a:r>
              <a:rPr lang="en-US" dirty="0"/>
              <a:t>Power BI used for visualization and analytics.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9C3E-AD51-081C-CB26-BA65EB17C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flipV="1">
            <a:off x="6507126" y="3992690"/>
            <a:ext cx="4566258" cy="1110938"/>
          </a:xfrm>
        </p:spPr>
        <p:txBody>
          <a:bodyPr/>
          <a:lstStyle/>
          <a:p>
            <a:r>
              <a:rPr lang="en-US" dirty="0"/>
              <a:t>j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8B4CE7-99C9-BD2D-17D0-2B34D13B3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10725911" y="4859078"/>
            <a:ext cx="257521" cy="7647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C01-2837-2D71-254F-BAEEC669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3C4BE-E1DD-7EED-DB71-4D5F3B63E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Project Resources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68C84-B182-4E7D-56FB-01EE4B11DC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F41ED-5729-1B31-0C04-21385523D7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5800" y="3093224"/>
            <a:ext cx="5111496" cy="1682750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Twitter sentiment dataset. </a:t>
            </a:r>
          </a:p>
          <a:p>
            <a:r>
              <a:rPr lang="en-IN" dirty="0"/>
              <a:t>Apache Kafka local broker environment. </a:t>
            </a:r>
          </a:p>
          <a:p>
            <a:r>
              <a:rPr lang="en-IN" dirty="0"/>
              <a:t>Zookeeper coordination service. </a:t>
            </a:r>
          </a:p>
          <a:p>
            <a:r>
              <a:rPr lang="en-IN" dirty="0"/>
              <a:t>Python Kafka libraries. </a:t>
            </a:r>
          </a:p>
          <a:p>
            <a:r>
              <a:rPr lang="en-IN" dirty="0"/>
              <a:t>Power BI dashboard platform. </a:t>
            </a:r>
          </a:p>
          <a:p>
            <a:r>
              <a:rPr lang="en-IN" dirty="0"/>
              <a:t>Project screenshots and documentation. 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0BD75-0796-C71E-07C4-224B63C0CE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78526" y="3462338"/>
            <a:ext cx="5111496" cy="16827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Dataset fields include</a:t>
            </a:r>
            <a:r>
              <a:rPr lang="en-US" dirty="0"/>
              <a:t>:</a:t>
            </a:r>
          </a:p>
          <a:p>
            <a:r>
              <a:rPr lang="en-US" dirty="0" err="1"/>
              <a:t>tweet_id</a:t>
            </a:r>
            <a:r>
              <a:rPr lang="en-US" dirty="0"/>
              <a:t> </a:t>
            </a:r>
          </a:p>
          <a:p>
            <a:r>
              <a:rPr lang="en-US" dirty="0"/>
              <a:t>entity </a:t>
            </a:r>
          </a:p>
          <a:p>
            <a:r>
              <a:rPr lang="en-US" dirty="0"/>
              <a:t>sentiment </a:t>
            </a:r>
          </a:p>
          <a:p>
            <a:r>
              <a:rPr lang="en-US" dirty="0"/>
              <a:t>tweet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FOR</a:t>
            </a:r>
            <a:br>
              <a:rPr lang="en-US"/>
            </a:br>
            <a:r>
              <a:rPr lang="en-US"/>
              <a:t>NEXT REVIEW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A819C-8720-05AC-589D-CCF280D38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Upcoming Tasks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775342-B398-D058-62EA-D657A2192D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Modify consumer to export streamed data into CSV. </a:t>
            </a:r>
          </a:p>
          <a:p>
            <a:r>
              <a:rPr lang="en-IN" dirty="0"/>
              <a:t>Connect CSV output with Power BI. </a:t>
            </a:r>
          </a:p>
          <a:p>
            <a:r>
              <a:rPr lang="en-IN" dirty="0"/>
              <a:t>Develop sentiment analytics dashboard. </a:t>
            </a:r>
          </a:p>
          <a:p>
            <a:r>
              <a:rPr lang="en-IN" dirty="0"/>
              <a:t>Create charts and KPI visualizations. </a:t>
            </a:r>
          </a:p>
          <a:p>
            <a:r>
              <a:rPr lang="en-IN" dirty="0"/>
              <a:t>Implement data cleaning and preprocessing. </a:t>
            </a:r>
          </a:p>
          <a:p>
            <a:r>
              <a:rPr lang="en-IN" dirty="0"/>
              <a:t>Finalize end-to-end analytics pipeline. 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D3C290-A56C-B087-9C47-005A3BC3E1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4667886"/>
            <a:ext cx="4828032" cy="490538"/>
          </a:xfrm>
        </p:spPr>
        <p:txBody>
          <a:bodyPr/>
          <a:lstStyle/>
          <a:p>
            <a:r>
              <a:rPr lang="en-IN" dirty="0"/>
              <a:t>Expected Outcome</a:t>
            </a:r>
          </a:p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54CCA8-9E58-39CC-C428-F4B1934869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480" y="5167658"/>
            <a:ext cx="6705600" cy="1388590"/>
          </a:xfrm>
        </p:spPr>
        <p:txBody>
          <a:bodyPr/>
          <a:lstStyle/>
          <a:p>
            <a:r>
              <a:rPr lang="en-US" dirty="0"/>
              <a:t>Fully functional real-time streaming analytics dashboard.</a:t>
            </a:r>
          </a:p>
          <a:p>
            <a:r>
              <a:rPr lang="en-US" dirty="0"/>
              <a:t> Complete end-to-end data engineering pipeline.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047A6BF-476B-7D5D-EE4E-C50B34AFE8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28238" y="2190115"/>
            <a:ext cx="4828032" cy="490538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47C1-128E-60DF-5281-30C3EFCAB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00530" y="4306186"/>
            <a:ext cx="1731406" cy="113449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78</TotalTime>
  <Words>445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PROGRESS REPORT</vt:lpstr>
      <vt:lpstr>STATUS SUMMARY</vt:lpstr>
      <vt:lpstr>PROGRESS</vt:lpstr>
      <vt:lpstr>ATTENTION AREAS </vt:lpstr>
      <vt:lpstr>TECHNOLOGY  </vt:lpstr>
      <vt:lpstr>Deliverables</vt:lpstr>
      <vt:lpstr>COSTS</vt:lpstr>
      <vt:lpstr>RESOURCES</vt:lpstr>
      <vt:lpstr>GOALS FOR NEXT REVIEW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khobragade</dc:creator>
  <cp:lastModifiedBy>anish khobragade</cp:lastModifiedBy>
  <cp:revision>1</cp:revision>
  <dcterms:created xsi:type="dcterms:W3CDTF">2026-05-25T17:42:22Z</dcterms:created>
  <dcterms:modified xsi:type="dcterms:W3CDTF">2026-05-25T19:00:45Z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
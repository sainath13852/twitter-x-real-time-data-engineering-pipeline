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3" r:id="rId5"/>
    <p:sldId id="275" r:id="rId6"/>
    <p:sldId id="277" r:id="rId7"/>
    <p:sldId id="280" r:id="rId8"/>
    <p:sldId id="281" r:id="rId9"/>
    <p:sldId id="282" r:id="rId10"/>
    <p:sldId id="279" r:id="rId11"/>
    <p:sldId id="283" r:id="rId12"/>
    <p:sldId id="276" r:id="rId13"/>
    <p:sldId id="278" r:id="rId14"/>
    <p:sldId id="274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6327"/>
  </p:normalViewPr>
  <p:slideViewPr>
    <p:cSldViewPr snapToGrid="0">
      <p:cViewPr>
        <p:scale>
          <a:sx n="90" d="100"/>
          <a:sy n="90" d="100"/>
        </p:scale>
        <p:origin x="87" y="63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5/25/2026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anchor="ctr" lIns="25400" rIns="25400" tIns="25400" bIns="25400">
            <a:normAutofit/>
          </a:bodyPr>
          <a:lstStyle/>
          <a:p>
            <a:pPr algn="ctr"/>
            <a:r>
              <a:rPr sz="3000" b="1">
                <a:solidFill>
                  <a:srgbClr val="232323"/>
                </a:solidFill>
                <a:latin typeface="Aptos"/>
              </a:rPr>
              <a:t>PROGRESS REPORT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1505" y="3931069"/>
            <a:ext cx="8412693" cy="384048"/>
          </a:xfrm>
        </p:spPr>
        <p:txBody>
          <a:bodyPr wrap="square" anchor="ctr" lIns="25400" rIns="25400" tIns="25400" bIns="25400"/>
          <a:lstStyle/>
          <a:p>
            <a:pPr algn="ctr"/>
            <a:r>
              <a:rPr sz="2000" b="0">
                <a:solidFill>
                  <a:srgbClr val="232323"/>
                </a:solidFill>
                <a:latin typeface="Aptos"/>
              </a:rPr>
              <a:t>Title: Twitter (X) Real-Time Data Engineering Pipeline</a:t>
            </a: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STATUS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STATUS OVERVIEW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2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ptos"/>
              </a:rPr>
              <a:t>Project progressing successfully and currently on track.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ptos"/>
              </a:rPr>
              <a:t>Completed real-time Kafka streaming pipeline setup.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ptos"/>
              </a:rPr>
              <a:t>Producer-consumer communication tested successfully.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ptos"/>
              </a:rPr>
              <a:t>Real-time tweet streaming verified using Kafka topic.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ptos"/>
              </a:rPr>
              <a:t>Current project completion status: approximately 70%.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ptos"/>
              </a:rPr>
              <a:t>Next phase focuses on Power BI dashboard integration.</a:t>
            </a:r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PROGRESS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Installed and configured Apache Kafka and ZooKeeper</a:t>
            </a:r>
          </a:p>
          <a:p>
            <a:pPr/>
            <a:r>
              <a:t>Configured Java 17 environment for Kafka services</a:t>
            </a:r>
          </a:p>
          <a:p>
            <a:pPr/>
            <a:r>
              <a:t>Converted CSV dataset into JSON event format</a:t>
            </a:r>
          </a:p>
          <a:p>
            <a:pPr/>
            <a:r>
              <a:t>Created Kafka topic: twitter-stream</a:t>
            </a:r>
          </a:p>
          <a:p>
            <a:pPr/>
            <a:r>
              <a:t>Developed Kafka Producer using Python</a:t>
            </a:r>
          </a:p>
          <a:p>
            <a:pPr/>
            <a:r>
              <a:t>Developed Kafka Consumer using Python</a:t>
            </a:r>
          </a:p>
          <a:p>
            <a:pPr/>
            <a:r>
              <a:t>Integrated tweets.json dataset into Kafka pipeline</a:t>
            </a:r>
          </a:p>
          <a:p>
            <a:pPr/>
            <a:r>
              <a:t>Validated real-time event streaming successfully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COMPLETED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NEXT PHASE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Build Power BI dashboard from streamed data.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Add CSV export or database storage in consumer.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Prepare sentiment analysis visuals and KPI charts.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Need final dashboard integration and formatting.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Improve consumer output for visualization-ready data.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Clean noisy tweet records before dashboarding.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ATTENTION AREAS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Power BI dashboard integration is currently in progress</a:t>
            </a:r>
          </a:p>
          <a:p>
            <a:pPr/>
            <a:r>
              <a:t>Consumer needs enhancement for CSV export functionality</a:t>
            </a:r>
          </a:p>
          <a:p>
            <a:pPr/>
            <a:r>
              <a:t>Dataset contains duplicate and noisy tweet records</a:t>
            </a:r>
          </a:p>
          <a:p>
            <a:pPr/>
            <a:r>
              <a:t>Data cleaning and preprocessing improvements are required</a:t>
            </a:r>
          </a:p>
          <a:p>
            <a:pPr/>
            <a:r>
              <a:t>Need to optimize dashboard refresh for near real-time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ISSUES TO ADDRESS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Dashboard output is not yet finalized.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Formatting and data refresh strategy still need completion.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REMEDIAL ACTIONS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51C3F1-54D5-8F63-473C-F7876B8CE1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Current delays mainly affect dashboard preparation.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No major technical blockers in the Kafka pipeline itself.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SCHEDULE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Dataset preparation and JSON conversion completed</a:t>
            </a:r>
          </a:p>
          <a:p>
            <a:pPr/>
            <a:r>
              <a:t>Kafka and ZooKeeper environment setup completed</a:t>
            </a:r>
          </a:p>
          <a:p>
            <a:pPr/>
            <a:r>
              <a:t>Producer and Consumer implementation completed</a:t>
            </a:r>
          </a:p>
          <a:p>
            <a:pPr/>
            <a:r>
              <a:t>Real-time streaming validation completed</a:t>
            </a:r>
          </a:p>
          <a:p>
            <a:pPr/>
            <a:r>
              <a:t>Power BI dashboard development currently in progress</a:t>
            </a:r>
          </a:p>
          <a:p>
            <a:pPr/>
            <a:r>
              <a:t>Final analytics and visualization expected in next phase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80BD-3EF5-7A7E-9E81-E73191A1D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KEY DATES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Dataset and Kafka setup completed.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Power BI dashboard completion is the next milestone.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ACD48-B184-C932-E41F-216DF4C1A5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Project schedule is aligned with completion of the visualization layer.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Final presentation and report follow after dashboard completion.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DELIVERABLES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Kafka streaming infrastructure</a:t>
            </a:r>
          </a:p>
          <a:p>
            <a:pPr/>
            <a:r>
              <a:t>Real-time producer-consumer pipeline</a:t>
            </a:r>
          </a:p>
          <a:p>
            <a:pPr/>
            <a:r>
              <a:t>JSON tweet event streaming</a:t>
            </a:r>
          </a:p>
          <a:p>
            <a:pPr/>
            <a:r>
              <a:t>Kafka topic-based communication</a:t>
            </a:r>
          </a:p>
          <a:p>
            <a:pPr/>
            <a:r>
              <a:t>Streaming validation screenshots and documentation</a:t>
            </a:r>
          </a:p>
          <a:p>
            <a:pPr/>
            <a:r>
              <a:t>Power BI analytics dashboard (upcoming)</a:t>
            </a:r>
          </a:p>
          <a:p>
            <a:pPr/>
            <a:r>
              <a:t>Final project report and 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57D-D960-563E-13D7-10BC6A041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MAIN CRITICAL DELIVERABLES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E1F326-65DA-D1D2-BADE-C228E0696D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Kafka streaming infrastructure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Producer and consumer scripts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Dataset integration and validation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7CDBE-3B02-5AB5-E827-307839805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CONFIDENCE RATING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33DEEB-3296-0AFB-2C98-5D37AC21B1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Strong confidence that the remaining dashboard work will be completed on schedule.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Current pipeline components are stable and working.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2C4D-3F97-1652-3A4A-C989986D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COSTS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C1259C-0A50-37A0-081E-E36D391D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Project developed using open-source technologies</a:t>
            </a:r>
          </a:p>
          <a:p>
            <a:pPr/>
            <a:r>
              <a:t>Apache Kafka and ZooKeeper used for streaming architecture</a:t>
            </a:r>
          </a:p>
          <a:p>
            <a:pPr/>
            <a:r>
              <a:t>Python used for producer and consumer development</a:t>
            </a:r>
          </a:p>
          <a:p>
            <a:pPr/>
            <a:r>
              <a:t>Power BI used for analytics and visualization</a:t>
            </a:r>
          </a:p>
          <a:p>
            <a:pPr/>
            <a:r>
              <a:t>Low-cost academic implementation with scalable architecture</a:t>
            </a:r>
          </a:p>
          <a:p>
            <a:pPr/>
            <a:r>
              <a:t>No major budget overruns reported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6911-B582-CB5C-914D-58A0AE6AB7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PROJECTED COSTS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4D589-C330-607E-B446-0DA52AACC4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Project uses low-cost academic resources.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No significant infrastructure spending required.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9C3E-AD51-081C-CB26-BA65EB17C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COST STATUS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8B4CE7-99C9-BD2D-17D0-2B34D13B3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Project remains within an affordable setup.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No major budget risk for current scope.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85805-79DB-07ED-6BDE-11B8962D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TECHNOLOGY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Apache Kafka implemented for real-time data streaming</a:t>
            </a:r>
            <a:endParaRPr lang="en-US" dirty="0"/>
          </a:p>
          <a:p>
            <a:pPr/>
            <a:r>
              <a:t>ZooKeeper configured for Kafka coordination</a:t>
            </a:r>
          </a:p>
          <a:p>
            <a:pPr/>
            <a:r>
              <a:t>Python used for event producer and consumer applications</a:t>
            </a:r>
          </a:p>
          <a:p>
            <a:pPr/>
            <a:r>
              <a:t>JSON serialization and deserialization implemented successfully</a:t>
            </a:r>
          </a:p>
          <a:p>
            <a:pPr/>
            <a:r>
              <a:t>Kafka topic-based distributed messaging verified</a:t>
            </a:r>
          </a:p>
          <a:p>
            <a:pPr/>
            <a:r>
              <a:t>Power BI selected for business intelligence dashboard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8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C7CBA-BE77-048A-DED3-BCCB5936C5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400" b="1">
                <a:solidFill>
                  <a:srgbClr val="505050"/>
                </a:solidFill>
                <a:latin typeface="Aptos"/>
              </a:rPr>
              <a:t>TECHNICAL PROBLEMS SOLVED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49D3A3-A012-454F-EFFD-30D72C9C8A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Streaming pipeline works offline on local Kafka setup.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02B69-8EDA-C137-FEEF-12D4F89D0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400" b="1">
                <a:solidFill>
                  <a:srgbClr val="505050"/>
                </a:solidFill>
                <a:latin typeface="Aptos"/>
              </a:rPr>
              <a:t>TECH DEPENDENCIES</a:t>
            </a:r>
            <a:endParaRPr lang="en-US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9074EA-C6FF-2A59-04ED-55D899CA34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Main dependency is completing the Power BI visualization layer.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6D1492-6808-B064-1F4E-6B49A77CEA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400" b="1">
                <a:solidFill>
                  <a:srgbClr val="505050"/>
                </a:solidFill>
                <a:latin typeface="Aptos"/>
              </a:rPr>
              <a:t>OPEN TECHNICAL ITEMS</a:t>
            </a:r>
            <a:endParaRPr lang="en-US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B14CB4-1193-ED18-7BAA-87DF524040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Need final verification of dashboard refresh and output formatting.</a:t>
            </a:r>
          </a:p>
        </p:txBody>
      </p:sp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C01-2837-2D71-254F-BAEEC669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RESOURCES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Twitter sentiment dataset used for streaming simulation</a:t>
            </a:r>
          </a:p>
          <a:p>
            <a:pPr/>
            <a:r>
              <a:t>Python libraries: kafka-python, json, time</a:t>
            </a:r>
          </a:p>
          <a:p>
            <a:pPr/>
            <a:r>
              <a:t>Apache Kafka local broker environment</a:t>
            </a:r>
          </a:p>
          <a:p>
            <a:pPr/>
            <a:r>
              <a:t>Java 17 runtime environment</a:t>
            </a:r>
          </a:p>
          <a:p>
            <a:pPr/>
            <a:r>
              <a:t>Power BI for dashboard visualization</a:t>
            </a:r>
          </a:p>
          <a:p>
            <a:pPr/>
            <a:r>
              <a:t>Project documentation and integration screenshots prepared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9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3C4BE-E1DD-7EED-DB71-4D5F3B63E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PROJECT RESOURCES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68C84-B182-4E7D-56FB-01EE4B11DC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PROJECT NEEDS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F41ED-5729-1B31-0C04-21385523D7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Stable Kafka, Python, and Power BI environment.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Clear project documentation and screenshot evidence.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0BD75-0796-C71E-07C4-224B63C0CE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Need a clean, professional dashboard with live analytics.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Need final output to clearly communicate streaming insights.</a:t>
            </a:r>
          </a:p>
        </p:txBody>
      </p:sp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400" b="1">
                <a:solidFill>
                  <a:srgbClr val="232323"/>
                </a:solidFill>
                <a:latin typeface="Aptos"/>
              </a:rPr>
              <a:t>GOALS FOR NEXT REVIEW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Implement CSV export from Kafka Consumer</a:t>
            </a:r>
          </a:p>
          <a:p>
            <a:pPr/>
            <a:r>
              <a:t>Connect streaming data with Power BI</a:t>
            </a:r>
          </a:p>
          <a:p>
            <a:pPr/>
            <a:r>
              <a:t>Develop sentiment analytics dashboard</a:t>
            </a:r>
          </a:p>
          <a:p>
            <a:pPr/>
            <a:r>
              <a:t>Create real-time visualization charts</a:t>
            </a:r>
          </a:p>
          <a:p>
            <a:pPr/>
            <a:r>
              <a:t>Perform data cleaning and preprocessing</a:t>
            </a:r>
          </a:p>
          <a:p>
            <a:pPr/>
            <a:r>
              <a:t>Finalize end-to-end analytics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A819C-8720-05AC-589D-CCF280D38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NEXT REVIEW DATE: JULY 20XX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775342-B398-D058-62EA-D657A2192D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Implement CSV export from consumer.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Connect data to Power BI and build charts.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Prepare final report and presentation.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D3C290-A56C-B087-9C47-005A3BC3E1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GOALS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54CCA8-9E58-39CC-C428-F4B1934869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anchor="t" lIns="101600" rIns="101600" tIns="50800" bIns="5080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Project owner will complete dashboard and reporting tasks before the next review.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047A6BF-476B-7D5D-EE4E-C50B34AFE8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600" b="1">
                <a:solidFill>
                  <a:srgbClr val="505050"/>
                </a:solidFill>
                <a:latin typeface="Aptos"/>
              </a:rPr>
              <a:t>ACTION PLAN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1800" b="1">
                <a:solidFill>
                  <a:srgbClr val="505050"/>
                </a:solidFill>
                <a:latin typeface="Aptos"/>
              </a:rPr>
              <a:t>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25400" rIns="25400" tIns="25400" bIns="25400"/>
          <a:lstStyle/>
          <a:p>
            <a:pPr algn="ctr"/>
            <a:r>
              <a:rPr sz="2800" b="1">
                <a:solidFill>
                  <a:srgbClr val="232323"/>
                </a:solidFill>
                <a:latin typeface="Aptos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47C1-128E-60DF-5281-30C3EFCAB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anchor="ctr" lIns="50800" rIns="50800" tIns="50800" bIns="50800"/>
          <a:lstStyle/>
          <a:p>
            <a:pPr algn="ctr"/>
            <a:r>
              <a:rPr sz="1800" b="1">
                <a:solidFill>
                  <a:srgbClr val="232323"/>
                </a:solidFill>
                <a:latin typeface="Aptos"/>
              </a:rPr>
              <a:t>Anish Khobragade</a:t>
            </a:r>
          </a:p>
          <a:p>
            <a:pPr algn="ctr"/>
            <a:r>
              <a:rPr sz="1600" b="0">
                <a:solidFill>
                  <a:srgbClr val="232323"/>
                </a:solidFill>
                <a:latin typeface="Aptos"/>
              </a:rPr>
              <a:t>Master's Student - Data Analytics</a:t>
            </a:r>
          </a:p>
          <a:p>
            <a:pPr algn="ctr"/>
            <a:r>
              <a:rPr sz="1600" b="0">
                <a:solidFill>
                  <a:srgbClr val="232323"/>
                </a:solidFill>
                <a:latin typeface="Aptos"/>
              </a:rPr>
              <a:t>San Jose State University</a:t>
            </a:r>
          </a:p>
          <a:p>
            <a:pPr algn="ctr"/>
            <a:r>
              <a:rPr sz="1600" b="0">
                <a:solidFill>
                  <a:srgbClr val="232323"/>
                </a:solidFill>
                <a:latin typeface="Aptos"/>
              </a:rPr>
              <a:t>Real-Time Twitter Streaming Analytics Project</a:t>
            </a:r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5</TotalTime>
  <Words>427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PROGRESS REPORT</vt:lpstr>
      <vt:lpstr>STATUS SUMMARY</vt:lpstr>
      <vt:lpstr>PROGRESS</vt:lpstr>
      <vt:lpstr>ATTENTION AREAS </vt:lpstr>
      <vt:lpstr>SCHEDULE </vt:lpstr>
      <vt:lpstr>Deliverables</vt:lpstr>
      <vt:lpstr>COSTS</vt:lpstr>
      <vt:lpstr>TECHNOLOGY </vt:lpstr>
      <vt:lpstr>RESOURCES</vt:lpstr>
      <vt:lpstr>GOALS FOR NEXT REVIEW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khobragade</dc:creator>
  <cp:lastModifiedBy>anish khobragade</cp:lastModifiedBy>
  <cp:revision>1</cp:revision>
  <dcterms:created xsi:type="dcterms:W3CDTF">2026-05-25T17:31:20Z</dcterms:created>
  <dcterms:modified xsi:type="dcterms:W3CDTF">2026-05-25T17:36:34Z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
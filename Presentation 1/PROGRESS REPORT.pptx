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6"/>
  </p:notesMasterIdLst>
  <p:handoutMasterIdLst>
    <p:handoutMasterId r:id="rId17"/>
  </p:handoutMasterIdLst>
  <p:sldIdLst>
    <p:sldId id="273" r:id="rId5"/>
    <p:sldId id="275" r:id="rId6"/>
    <p:sldId id="277" r:id="rId7"/>
    <p:sldId id="280" r:id="rId8"/>
    <p:sldId id="281" r:id="rId9"/>
    <p:sldId id="282" r:id="rId10"/>
    <p:sldId id="279" r:id="rId11"/>
    <p:sldId id="283" r:id="rId12"/>
    <p:sldId id="276" r:id="rId13"/>
    <p:sldId id="278" r:id="rId14"/>
    <p:sldId id="274" r:id="rId15"/>
  </p:sldIdLst>
  <p:sldSz cx="12192000" cy="6858000"/>
  <p:notesSz cx="6858000" cy="9144000"/>
  <p:defaultTextStyle>
    <a:defPPr>
      <a:defRPr lang="en-P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2" orient="horz" pos="1224" userDrawn="1">
          <p15:clr>
            <a:srgbClr val="A4A3A4"/>
          </p15:clr>
        </p15:guide>
        <p15:guide id="3" pos="7368" userDrawn="1">
          <p15:clr>
            <a:srgbClr val="A4A3A4"/>
          </p15:clr>
        </p15:guide>
        <p15:guide id="4" pos="312" userDrawn="1">
          <p15:clr>
            <a:srgbClr val="A4A3A4"/>
          </p15:clr>
        </p15:guide>
        <p15:guide id="6" orient="horz" pos="2856" userDrawn="1">
          <p15:clr>
            <a:srgbClr val="A4A3A4"/>
          </p15:clr>
        </p15:guide>
        <p15:guide id="7" pos="5928" userDrawn="1">
          <p15:clr>
            <a:srgbClr val="A4A3A4"/>
          </p15:clr>
        </p15:guide>
        <p15:guide id="8" pos="6168" userDrawn="1">
          <p15:clr>
            <a:srgbClr val="A4A3A4"/>
          </p15:clr>
        </p15:guide>
        <p15:guide id="9" pos="1512" userDrawn="1">
          <p15:clr>
            <a:srgbClr val="A4A3A4"/>
          </p15:clr>
        </p15:guide>
        <p15:guide id="10" orient="horz" pos="264" userDrawn="1">
          <p15:clr>
            <a:srgbClr val="A4A3A4"/>
          </p15:clr>
        </p15:guide>
        <p15:guide id="11" pos="2496" userDrawn="1">
          <p15:clr>
            <a:srgbClr val="A4A3A4"/>
          </p15:clr>
        </p15:guide>
        <p15:guide id="12" pos="2688" userDrawn="1">
          <p15:clr>
            <a:srgbClr val="A4A3A4"/>
          </p15:clr>
        </p15:guide>
        <p15:guide id="13" pos="4536" userDrawn="1">
          <p15:clr>
            <a:srgbClr val="A4A3A4"/>
          </p15:clr>
        </p15:guide>
        <p15:guide id="14" pos="4008" userDrawn="1">
          <p15:clr>
            <a:srgbClr val="A4A3A4"/>
          </p15:clr>
        </p15:guide>
        <p15:guide id="15" pos="4944" userDrawn="1">
          <p15:clr>
            <a:srgbClr val="A4A3A4"/>
          </p15:clr>
        </p15:guide>
        <p15:guide id="16" pos="5136" userDrawn="1">
          <p15:clr>
            <a:srgbClr val="A4A3A4"/>
          </p15:clr>
        </p15:guide>
        <p15:guide id="17" orient="horz" pos="1584" userDrawn="1">
          <p15:clr>
            <a:srgbClr val="A4A3A4"/>
          </p15:clr>
        </p15:guide>
        <p15:guide id="18" orient="horz" pos="2736" userDrawn="1">
          <p15:clr>
            <a:srgbClr val="A4A3A4"/>
          </p15:clr>
        </p15:guide>
        <p15:guide id="19" orient="horz" pos="3648" userDrawn="1">
          <p15:clr>
            <a:srgbClr val="A4A3A4"/>
          </p15:clr>
        </p15:guide>
        <p15:guide id="20" orient="horz" pos="864" userDrawn="1">
          <p15:clr>
            <a:srgbClr val="A4A3A4"/>
          </p15:clr>
        </p15:guide>
        <p15:guide id="21" orient="horz" pos="3984" userDrawn="1">
          <p15:clr>
            <a:srgbClr val="A4A3A4"/>
          </p15:clr>
        </p15:guide>
        <p15:guide id="22" pos="456" userDrawn="1">
          <p15:clr>
            <a:srgbClr val="A4A3A4"/>
          </p15:clr>
        </p15:guide>
        <p15:guide id="23" pos="7248" userDrawn="1">
          <p15:clr>
            <a:srgbClr val="A4A3A4"/>
          </p15:clr>
        </p15:guide>
        <p15:guide id="24" orient="horz" pos="1920" userDrawn="1">
          <p15:clr>
            <a:srgbClr val="A4A3A4"/>
          </p15:clr>
        </p15:guide>
        <p15:guide id="25" orient="horz" pos="2256" userDrawn="1">
          <p15:clr>
            <a:srgbClr val="A4A3A4"/>
          </p15:clr>
        </p15:guide>
        <p15:guide id="26" pos="7176" userDrawn="1">
          <p15:clr>
            <a:srgbClr val="A4A3A4"/>
          </p15:clr>
        </p15:guide>
        <p15:guide id="27" orient="horz" pos="1704" userDrawn="1">
          <p15:clr>
            <a:srgbClr val="A4A3A4"/>
          </p15:clr>
        </p15:guide>
        <p15:guide id="28" pos="4176" userDrawn="1">
          <p15:clr>
            <a:srgbClr val="A4A3A4"/>
          </p15:clr>
        </p15:guide>
        <p15:guide id="29" orient="horz" pos="2592" userDrawn="1">
          <p15:clr>
            <a:srgbClr val="A4A3A4"/>
          </p15:clr>
        </p15:guide>
        <p15:guide id="30" pos="6912" userDrawn="1">
          <p15:clr>
            <a:srgbClr val="A4A3A4"/>
          </p15:clr>
        </p15:guide>
        <p15:guide id="31" pos="3552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8BEB2"/>
    <a:srgbClr val="753F2D"/>
    <a:srgbClr val="5E3324"/>
    <a:srgbClr val="8A4C34"/>
    <a:srgbClr val="815550"/>
    <a:srgbClr val="A3573E"/>
    <a:srgbClr val="E7E6E6"/>
    <a:srgbClr val="C28D6D"/>
    <a:srgbClr val="D2986F"/>
    <a:srgbClr val="333B3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015" autoAdjust="0"/>
    <p:restoredTop sz="96327"/>
  </p:normalViewPr>
  <p:slideViewPr>
    <p:cSldViewPr snapToGrid="0">
      <p:cViewPr>
        <p:scale>
          <a:sx n="90" d="100"/>
          <a:sy n="90" d="100"/>
        </p:scale>
        <p:origin x="87" y="63"/>
      </p:cViewPr>
      <p:guideLst>
        <p:guide orient="horz" pos="1224"/>
        <p:guide pos="7368"/>
        <p:guide pos="312"/>
        <p:guide orient="horz" pos="2856"/>
        <p:guide pos="5928"/>
        <p:guide pos="6168"/>
        <p:guide pos="1512"/>
        <p:guide orient="horz" pos="264"/>
        <p:guide pos="2496"/>
        <p:guide pos="2688"/>
        <p:guide pos="4536"/>
        <p:guide pos="4008"/>
        <p:guide pos="4944"/>
        <p:guide pos="5136"/>
        <p:guide orient="horz" pos="1584"/>
        <p:guide orient="horz" pos="2736"/>
        <p:guide orient="horz" pos="3648"/>
        <p:guide orient="horz" pos="864"/>
        <p:guide orient="horz" pos="3984"/>
        <p:guide pos="456"/>
        <p:guide pos="7248"/>
        <p:guide orient="horz" pos="1920"/>
        <p:guide orient="horz" pos="2256"/>
        <p:guide pos="7176"/>
        <p:guide orient="horz" pos="1704"/>
        <p:guide pos="4176"/>
        <p:guide orient="horz" pos="2592"/>
        <p:guide pos="6912"/>
        <p:guide pos="3552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58" d="100"/>
          <a:sy n="58" d="100"/>
        </p:scale>
        <p:origin x="3240" y="67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handoutMaster" Target="handoutMasters/handoutMaster1.xml"/><Relationship Id="rId2" Type="http://schemas.openxmlformats.org/officeDocument/2006/relationships/customXml" Target="../customXml/item2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microsoft.com/office/2018/10/relationships/authors" Target="author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84384739-269E-E1F1-8ABC-69E6FF0B24E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07E762C-8F56-4D66-7FDD-AEC906335A85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8268699-2479-4C0A-8A94-0691180AD901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021BBEC-2A52-4B1C-EAC4-F2506E89EFB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ECE0FC2-0147-D8D1-D79B-AFEA881A331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48931F5-0986-448A-BDF9-01DB807120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005681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noProof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945F7B4-7442-4021-9F1E-8BC3C363C892}" type="datetimeFigureOut">
              <a:rPr lang="en-US" noProof="0" smtClean="0"/>
              <a:t>5/25/2026</a:t>
            </a:fld>
            <a:endParaRPr lang="en-US" noProof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noProof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ECDE012-9E2E-4477-8B5C-4E7D4E9BCBA6}" type="slidenum">
              <a:rPr lang="en-US" noProof="0" smtClean="0"/>
              <a:t>‹#›</a:t>
            </a:fld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7393859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6B8029-33F3-9414-AD10-00871D91AA5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267712" y="1408176"/>
            <a:ext cx="6400800" cy="2387600"/>
          </a:xfrm>
        </p:spPr>
        <p:txBody>
          <a:bodyPr anchor="t">
            <a:normAutofit/>
          </a:bodyPr>
          <a:lstStyle>
            <a:lvl1pPr algn="l">
              <a:lnSpc>
                <a:spcPct val="80000"/>
              </a:lnSpc>
              <a:defRPr sz="7200" cap="all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PK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F32B008-64B6-378D-9C5D-DCC8DFEBC69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867912" y="5047488"/>
            <a:ext cx="5486400" cy="384048"/>
          </a:xfrm>
        </p:spPr>
        <p:txBody>
          <a:bodyPr/>
          <a:lstStyle>
            <a:lvl1pPr marL="0" indent="0" algn="l">
              <a:lnSpc>
                <a:spcPct val="80000"/>
              </a:lnSpc>
              <a:spcBef>
                <a:spcPts val="0"/>
              </a:spcBef>
              <a:buNone/>
              <a:defRPr sz="2400" b="1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PK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15444BA9-47A2-8EBA-F11F-AF833CBC1FB6}"/>
              </a:ext>
            </a:extLst>
          </p:cNvPr>
          <p:cNvGrpSpPr/>
          <p:nvPr userDrawn="1"/>
        </p:nvGrpSpPr>
        <p:grpSpPr>
          <a:xfrm>
            <a:off x="3979533" y="5801746"/>
            <a:ext cx="8221703" cy="0"/>
            <a:chOff x="3733800" y="5539861"/>
            <a:chExt cx="8221703" cy="0"/>
          </a:xfrm>
        </p:grpSpPr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F7C7E957-5A54-C6BB-DBCA-B0A579E99122}"/>
                </a:ext>
              </a:extLst>
            </p:cNvPr>
            <p:cNvCxnSpPr>
              <a:cxnSpLocks/>
            </p:cNvCxnSpPr>
            <p:nvPr/>
          </p:nvCxnSpPr>
          <p:spPr>
            <a:xfrm>
              <a:off x="3733800" y="5539861"/>
              <a:ext cx="6054153" cy="0"/>
            </a:xfrm>
            <a:prstGeom prst="line">
              <a:avLst/>
            </a:prstGeom>
            <a:ln w="571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F75792F5-3B57-83E5-2E85-1B67A64BF570}"/>
                </a:ext>
              </a:extLst>
            </p:cNvPr>
            <p:cNvCxnSpPr>
              <a:cxnSpLocks/>
            </p:cNvCxnSpPr>
            <p:nvPr/>
          </p:nvCxnSpPr>
          <p:spPr>
            <a:xfrm>
              <a:off x="9783803" y="5539861"/>
              <a:ext cx="2171700" cy="0"/>
            </a:xfrm>
            <a:prstGeom prst="line">
              <a:avLst/>
            </a:prstGeom>
            <a:ln w="57150">
              <a:solidFill>
                <a:schemeClr val="accent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3806385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solidFill>
          <a:schemeClr val="accent3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703BBE-23DC-E951-32B6-0E91B80891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95144" y="1463040"/>
            <a:ext cx="7498080" cy="704088"/>
          </a:xfrm>
        </p:spPr>
        <p:txBody>
          <a:bodyPr/>
          <a:lstStyle>
            <a:lvl1pPr>
              <a:defRPr sz="5000"/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10836A-7452-872A-28D0-081C1338DC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22576" y="2953512"/>
            <a:ext cx="7470648" cy="3296563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1500"/>
              </a:spcAft>
              <a:buNone/>
              <a:defRPr sz="2200" b="1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1600" i="1"/>
            </a:lvl2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E39F35-2573-69E0-B17D-B4B0F85CE7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B5CE41-241D-72CD-1C8F-006A477B53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FCF61C-3B18-4C03-8326-CC3B32D710C9}" type="slidenum">
              <a:rPr lang="en-US" noProof="0" smtClean="0"/>
              <a:t>‹#›</a:t>
            </a:fld>
            <a:endParaRPr lang="en-US" noProof="0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52789DD7-8E5F-BCF6-7A1E-0AC33BD880AC}"/>
              </a:ext>
            </a:extLst>
          </p:cNvPr>
          <p:cNvGrpSpPr/>
          <p:nvPr userDrawn="1"/>
        </p:nvGrpSpPr>
        <p:grpSpPr>
          <a:xfrm>
            <a:off x="2400300" y="2535841"/>
            <a:ext cx="9801127" cy="821"/>
            <a:chOff x="2286319" y="5546299"/>
            <a:chExt cx="9801127" cy="903"/>
          </a:xfrm>
        </p:grpSpPr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D610F86C-F479-AC03-216E-DD60112AC854}"/>
                </a:ext>
              </a:extLst>
            </p:cNvPr>
            <p:cNvCxnSpPr>
              <a:cxnSpLocks/>
            </p:cNvCxnSpPr>
            <p:nvPr/>
          </p:nvCxnSpPr>
          <p:spPr>
            <a:xfrm>
              <a:off x="2286319" y="5546299"/>
              <a:ext cx="7391400" cy="0"/>
            </a:xfrm>
            <a:prstGeom prst="line">
              <a:avLst/>
            </a:prstGeom>
            <a:ln w="57150">
              <a:solidFill>
                <a:schemeClr val="bg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0A02E8F6-3623-48C2-4F02-9472E2977FB8}"/>
                </a:ext>
              </a:extLst>
            </p:cNvPr>
            <p:cNvCxnSpPr>
              <a:cxnSpLocks/>
            </p:cNvCxnSpPr>
            <p:nvPr/>
          </p:nvCxnSpPr>
          <p:spPr>
            <a:xfrm>
              <a:off x="9676016" y="5547202"/>
              <a:ext cx="2411430" cy="0"/>
            </a:xfrm>
            <a:prstGeom prst="line">
              <a:avLst/>
            </a:prstGeom>
            <a:ln w="5715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2682694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F39D39-DAD0-D550-D3C7-42F702A78C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56992" y="1709738"/>
            <a:ext cx="7290458" cy="2852737"/>
          </a:xfrm>
        </p:spPr>
        <p:txBody>
          <a:bodyPr anchor="b"/>
          <a:lstStyle>
            <a:lvl1pPr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PK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E054DFA-4C17-2AA0-0E19-8D452B73AA2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056992" y="4589463"/>
            <a:ext cx="7290457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AF8D5DED-A875-4BFE-015E-C29679EC468C}"/>
              </a:ext>
            </a:extLst>
          </p:cNvPr>
          <p:cNvGrpSpPr/>
          <p:nvPr userDrawn="1"/>
        </p:nvGrpSpPr>
        <p:grpSpPr>
          <a:xfrm>
            <a:off x="3979533" y="5801746"/>
            <a:ext cx="8221703" cy="0"/>
            <a:chOff x="3733800" y="5539861"/>
            <a:chExt cx="8221703" cy="0"/>
          </a:xfrm>
        </p:grpSpPr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4ED54A14-B37E-AA5D-2F7D-4530DEF3C347}"/>
                </a:ext>
              </a:extLst>
            </p:cNvPr>
            <p:cNvCxnSpPr>
              <a:cxnSpLocks/>
            </p:cNvCxnSpPr>
            <p:nvPr/>
          </p:nvCxnSpPr>
          <p:spPr>
            <a:xfrm>
              <a:off x="3733800" y="5539861"/>
              <a:ext cx="6054153" cy="0"/>
            </a:xfrm>
            <a:prstGeom prst="line">
              <a:avLst/>
            </a:prstGeom>
            <a:ln w="571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8611F7DB-0F8D-8E5A-0137-AD5E5B20C351}"/>
                </a:ext>
              </a:extLst>
            </p:cNvPr>
            <p:cNvCxnSpPr>
              <a:cxnSpLocks/>
            </p:cNvCxnSpPr>
            <p:nvPr/>
          </p:nvCxnSpPr>
          <p:spPr>
            <a:xfrm>
              <a:off x="9783803" y="5539861"/>
              <a:ext cx="2171700" cy="0"/>
            </a:xfrm>
            <a:prstGeom prst="line">
              <a:avLst/>
            </a:prstGeom>
            <a:ln w="57150">
              <a:solidFill>
                <a:schemeClr val="accent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4227190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wo column dark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A0C7E2C-83B2-58E9-DE90-AB1857F1A1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Presentation title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487B4A1-AE7C-A6CC-7143-5EC918D662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FCF61C-3B18-4C03-8326-CC3B32D710C9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62C33EA-A741-FA13-451C-6F35902CBDD0}"/>
              </a:ext>
            </a:extLst>
          </p:cNvPr>
          <p:cNvSpPr/>
          <p:nvPr userDrawn="1"/>
        </p:nvSpPr>
        <p:spPr>
          <a:xfrm>
            <a:off x="0" y="722376"/>
            <a:ext cx="12192000" cy="541324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01882412-D2D4-9CF0-CD39-2EAE79B8A310}"/>
              </a:ext>
            </a:extLst>
          </p:cNvPr>
          <p:cNvCxnSpPr>
            <a:cxnSpLocks/>
          </p:cNvCxnSpPr>
          <p:nvPr userDrawn="1"/>
        </p:nvCxnSpPr>
        <p:spPr>
          <a:xfrm>
            <a:off x="4267200" y="2523744"/>
            <a:ext cx="7924800" cy="883"/>
          </a:xfrm>
          <a:prstGeom prst="line">
            <a:avLst/>
          </a:prstGeom>
          <a:ln w="5715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F229B6F2-011B-853F-5BA1-FA1722B6E1C8}"/>
              </a:ext>
            </a:extLst>
          </p:cNvPr>
          <p:cNvCxnSpPr>
            <a:cxnSpLocks/>
          </p:cNvCxnSpPr>
          <p:nvPr userDrawn="1"/>
        </p:nvCxnSpPr>
        <p:spPr>
          <a:xfrm>
            <a:off x="723384" y="2523744"/>
            <a:ext cx="3543816" cy="0"/>
          </a:xfrm>
          <a:prstGeom prst="line">
            <a:avLst/>
          </a:prstGeom>
          <a:ln w="5715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itle 8">
            <a:extLst>
              <a:ext uri="{FF2B5EF4-FFF2-40B4-BE49-F238E27FC236}">
                <a16:creationId xmlns:a16="http://schemas.microsoft.com/office/drawing/2014/main" id="{A78715BA-7A66-D464-AAEF-141988B871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504" y="1463040"/>
            <a:ext cx="10515600" cy="575321"/>
          </a:xfrm>
        </p:spPr>
        <p:txBody>
          <a:bodyPr/>
          <a:lstStyle>
            <a:lvl1pPr>
              <a:defRPr sz="5000"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3D0BF4BF-3C7C-C67F-B6EE-805EC95EF8C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49224" y="2971800"/>
            <a:ext cx="4828032" cy="490538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200" b="1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BA37E40B-957E-C00E-3B34-1B67D341A77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236208" y="2971800"/>
            <a:ext cx="4828032" cy="490538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200" b="1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EF15CD76-2DD5-DB8A-37D3-6098A50870D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65760" y="3401568"/>
            <a:ext cx="5111496" cy="1682750"/>
          </a:xfrm>
        </p:spPr>
        <p:txBody>
          <a:bodyPr/>
          <a:lstStyle>
            <a:lvl1pPr marL="283464"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bg1"/>
                </a:solidFill>
              </a:defRPr>
            </a:lvl1pPr>
            <a:lvl2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bg1"/>
                </a:solidFill>
              </a:defRPr>
            </a:lvl2pPr>
            <a:lvl3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bg1"/>
                </a:solidFill>
              </a:defRPr>
            </a:lvl3pPr>
            <a:lvl4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bg1"/>
                </a:solidFill>
              </a:defRPr>
            </a:lvl4pPr>
            <a:lvl5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57A044E0-660B-4002-E13C-F00498E4978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943600" y="3401568"/>
            <a:ext cx="5111496" cy="1682750"/>
          </a:xfrm>
        </p:spPr>
        <p:txBody>
          <a:bodyPr/>
          <a:lstStyle>
            <a:lvl1pPr marL="283464"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bg1"/>
                </a:solidFill>
              </a:defRPr>
            </a:lvl1pPr>
            <a:lvl2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bg1"/>
                </a:solidFill>
              </a:defRPr>
            </a:lvl2pPr>
            <a:lvl3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bg1"/>
                </a:solidFill>
              </a:defRPr>
            </a:lvl3pPr>
            <a:lvl4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bg1"/>
                </a:solidFill>
              </a:defRPr>
            </a:lvl4pPr>
            <a:lvl5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2896112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wo column light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A0C7E2C-83B2-58E9-DE90-AB1857F1A1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Presentation title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487B4A1-AE7C-A6CC-7143-5EC918D662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FCF61C-3B18-4C03-8326-CC3B32D710C9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62C33EA-A741-FA13-451C-6F35902CBDD0}"/>
              </a:ext>
            </a:extLst>
          </p:cNvPr>
          <p:cNvSpPr/>
          <p:nvPr userDrawn="1"/>
        </p:nvSpPr>
        <p:spPr>
          <a:xfrm>
            <a:off x="0" y="722376"/>
            <a:ext cx="12192000" cy="541324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A78715BA-7A66-D464-AAEF-141988B871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504" y="1463040"/>
            <a:ext cx="10515600" cy="575321"/>
          </a:xfrm>
        </p:spPr>
        <p:txBody>
          <a:bodyPr/>
          <a:lstStyle>
            <a:lvl1pPr>
              <a:defRPr sz="5000">
                <a:solidFill>
                  <a:schemeClr val="tx2"/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3D0BF4BF-3C7C-C67F-B6EE-805EC95EF8C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49224" y="2971800"/>
            <a:ext cx="4828032" cy="490538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200" b="1">
                <a:solidFill>
                  <a:schemeClr val="tx2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BA37E40B-957E-C00E-3B34-1B67D341A77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236208" y="2971800"/>
            <a:ext cx="4828032" cy="490538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200" b="1">
                <a:solidFill>
                  <a:schemeClr val="tx2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EF15CD76-2DD5-DB8A-37D3-6098A50870D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65760" y="3401568"/>
            <a:ext cx="4754880" cy="1682750"/>
          </a:xfrm>
        </p:spPr>
        <p:txBody>
          <a:bodyPr/>
          <a:lstStyle>
            <a:lvl1pPr marL="283464"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1pPr>
            <a:lvl2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2pPr>
            <a:lvl3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3pPr>
            <a:lvl4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4pPr>
            <a:lvl5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57A044E0-660B-4002-E13C-F00498E4978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943600" y="3401568"/>
            <a:ext cx="4754880" cy="1682750"/>
          </a:xfrm>
        </p:spPr>
        <p:txBody>
          <a:bodyPr/>
          <a:lstStyle>
            <a:lvl1pPr marL="283464"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1pPr>
            <a:lvl2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2pPr>
            <a:lvl3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3pPr>
            <a:lvl4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4pPr>
            <a:lvl5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4ED40495-D9DB-AA87-4474-68DA5D8CA88C}"/>
              </a:ext>
            </a:extLst>
          </p:cNvPr>
          <p:cNvGrpSpPr/>
          <p:nvPr userDrawn="1"/>
        </p:nvGrpSpPr>
        <p:grpSpPr>
          <a:xfrm rot="10800000">
            <a:off x="726958" y="2521655"/>
            <a:ext cx="11480808" cy="1"/>
            <a:chOff x="2077471" y="5539116"/>
            <a:chExt cx="11480808" cy="1"/>
          </a:xfrm>
        </p:grpSpPr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A15A6649-BE77-6F3F-DF74-0045E0AC6025}"/>
                </a:ext>
              </a:extLst>
            </p:cNvPr>
            <p:cNvCxnSpPr>
              <a:cxnSpLocks/>
            </p:cNvCxnSpPr>
            <p:nvPr/>
          </p:nvCxnSpPr>
          <p:spPr>
            <a:xfrm>
              <a:off x="2077471" y="5539116"/>
              <a:ext cx="4755396" cy="0"/>
            </a:xfrm>
            <a:prstGeom prst="line">
              <a:avLst/>
            </a:prstGeom>
            <a:ln w="57150"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BEF33DD1-C51F-9BE1-2F97-D4025B3E653D}"/>
                </a:ext>
              </a:extLst>
            </p:cNvPr>
            <p:cNvCxnSpPr>
              <a:cxnSpLocks/>
            </p:cNvCxnSpPr>
            <p:nvPr/>
          </p:nvCxnSpPr>
          <p:spPr>
            <a:xfrm>
              <a:off x="6816103" y="5539117"/>
              <a:ext cx="6742176" cy="0"/>
            </a:xfrm>
            <a:prstGeom prst="line">
              <a:avLst/>
            </a:prstGeom>
            <a:ln w="57150">
              <a:solidFill>
                <a:schemeClr val="accent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4058746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dark band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6966E69F-7113-AC99-F7E1-A44B7D64DEF3}"/>
              </a:ext>
            </a:extLst>
          </p:cNvPr>
          <p:cNvSpPr/>
          <p:nvPr userDrawn="1"/>
        </p:nvSpPr>
        <p:spPr>
          <a:xfrm>
            <a:off x="0" y="0"/>
            <a:ext cx="12192000" cy="304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PK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noProof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A0C7E2C-83B2-58E9-DE90-AB1857F1A1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5"/>
                </a:solidFill>
              </a:defRPr>
            </a:lvl1pPr>
          </a:lstStyle>
          <a:p>
            <a:r>
              <a:rPr lang="en-US" noProof="0"/>
              <a:t>Presentation title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487B4A1-AE7C-A6CC-7143-5EC918D662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5"/>
                </a:solidFill>
              </a:defRPr>
            </a:lvl1pPr>
          </a:lstStyle>
          <a:p>
            <a:fld id="{5BFCF61C-3B18-4C03-8326-CC3B32D710C9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A78715BA-7A66-D464-AAEF-141988B871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504" y="1463040"/>
            <a:ext cx="10515600" cy="575321"/>
          </a:xfrm>
        </p:spPr>
        <p:txBody>
          <a:bodyPr/>
          <a:lstStyle>
            <a:lvl1pPr>
              <a:defRPr sz="5000">
                <a:solidFill>
                  <a:schemeClr val="accent5"/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3D0BF4BF-3C7C-C67F-B6EE-805EC95EF8C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49224" y="3483864"/>
            <a:ext cx="4828032" cy="490538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200" b="1">
                <a:solidFill>
                  <a:schemeClr val="tx2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EF15CD76-2DD5-DB8A-37D3-6098A50870D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65760" y="3931920"/>
            <a:ext cx="4754880" cy="1682750"/>
          </a:xfrm>
        </p:spPr>
        <p:txBody>
          <a:bodyPr/>
          <a:lstStyle>
            <a:lvl1pPr marL="283464"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1pPr>
            <a:lvl2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2pPr>
            <a:lvl3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3pPr>
            <a:lvl4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4pPr>
            <a:lvl5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57A044E0-660B-4002-E13C-F00498E4978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943600" y="3931920"/>
            <a:ext cx="4754880" cy="1682750"/>
          </a:xfrm>
        </p:spPr>
        <p:txBody>
          <a:bodyPr/>
          <a:lstStyle>
            <a:lvl1pPr marL="283464"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1pPr>
            <a:lvl2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2pPr>
            <a:lvl3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3pPr>
            <a:lvl4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4pPr>
            <a:lvl5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FF8CCEDA-D691-A48A-BAAF-D004EBE38E55}"/>
              </a:ext>
            </a:extLst>
          </p:cNvPr>
          <p:cNvGrpSpPr/>
          <p:nvPr userDrawn="1"/>
        </p:nvGrpSpPr>
        <p:grpSpPr>
          <a:xfrm rot="16200000" flipV="1">
            <a:off x="8764091" y="3943349"/>
            <a:ext cx="5829301" cy="0"/>
            <a:chOff x="2287349" y="55407920"/>
            <a:chExt cx="11160369" cy="0"/>
          </a:xfrm>
        </p:grpSpPr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5605A0EB-A31A-D2D4-5671-D1F763493E1F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5934529" y="51760740"/>
              <a:ext cx="0" cy="7294360"/>
            </a:xfrm>
            <a:prstGeom prst="line">
              <a:avLst/>
            </a:prstGeom>
            <a:ln w="4445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EFEFE03D-E00E-B4FD-6765-44E55D5FA212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11514714" y="53474916"/>
              <a:ext cx="0" cy="3866008"/>
            </a:xfrm>
            <a:prstGeom prst="line">
              <a:avLst/>
            </a:prstGeom>
            <a:ln w="4445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0362806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ntent on the left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0F5A1967-7F8F-319E-2E67-BD9E4F074B05}"/>
              </a:ext>
            </a:extLst>
          </p:cNvPr>
          <p:cNvSpPr/>
          <p:nvPr userDrawn="1"/>
        </p:nvSpPr>
        <p:spPr>
          <a:xfrm>
            <a:off x="8115301" y="0"/>
            <a:ext cx="4076699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PK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noProof="0">
              <a:solidFill>
                <a:schemeClr val="bg2"/>
              </a:solidFill>
            </a:endParaRP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52425424-7549-BE00-EA05-384DBD00F3B2}"/>
              </a:ext>
            </a:extLst>
          </p:cNvPr>
          <p:cNvGrpSpPr/>
          <p:nvPr userDrawn="1"/>
        </p:nvGrpSpPr>
        <p:grpSpPr>
          <a:xfrm>
            <a:off x="6317679" y="4564864"/>
            <a:ext cx="5858373" cy="385"/>
            <a:chOff x="5440605" y="5540787"/>
            <a:chExt cx="5858373" cy="385"/>
          </a:xfrm>
        </p:grpSpPr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4D88329B-DC1A-F93F-7A3A-84FDE2989BB6}"/>
                </a:ext>
              </a:extLst>
            </p:cNvPr>
            <p:cNvCxnSpPr>
              <a:cxnSpLocks/>
            </p:cNvCxnSpPr>
            <p:nvPr/>
          </p:nvCxnSpPr>
          <p:spPr>
            <a:xfrm>
              <a:off x="5440605" y="5541172"/>
              <a:ext cx="1797621" cy="0"/>
            </a:xfrm>
            <a:prstGeom prst="line">
              <a:avLst/>
            </a:prstGeom>
            <a:ln w="5715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E7690B71-E252-7020-6DC7-F643767B2B78}"/>
                </a:ext>
              </a:extLst>
            </p:cNvPr>
            <p:cNvCxnSpPr>
              <a:cxnSpLocks/>
            </p:cNvCxnSpPr>
            <p:nvPr/>
          </p:nvCxnSpPr>
          <p:spPr>
            <a:xfrm>
              <a:off x="7237724" y="5540787"/>
              <a:ext cx="4061254" cy="0"/>
            </a:xfrm>
            <a:prstGeom prst="line">
              <a:avLst/>
            </a:prstGeom>
            <a:ln w="5715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A0C7E2C-83B2-58E9-DE90-AB1857F1A1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Presentation title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487B4A1-AE7C-A6CC-7143-5EC918D662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FCF61C-3B18-4C03-8326-CC3B32D710C9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A78715BA-7A66-D464-AAEF-141988B871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17920" y="2514600"/>
            <a:ext cx="4846320" cy="1682749"/>
          </a:xfrm>
        </p:spPr>
        <p:txBody>
          <a:bodyPr/>
          <a:lstStyle>
            <a:lvl1pPr>
              <a:lnSpc>
                <a:spcPct val="100000"/>
              </a:lnSpc>
              <a:defRPr sz="5000">
                <a:solidFill>
                  <a:schemeClr val="tx2"/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3D0BF4BF-3C7C-C67F-B6EE-805EC95EF8C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30936" y="1252728"/>
            <a:ext cx="4828032" cy="490538"/>
          </a:xfrm>
        </p:spPr>
        <p:txBody>
          <a:bodyPr/>
          <a:lstStyle>
            <a:lvl1pPr marL="0" indent="0">
              <a:lnSpc>
                <a:spcPct val="150000"/>
              </a:lnSpc>
              <a:spcBef>
                <a:spcPts val="0"/>
              </a:spcBef>
              <a:buNone/>
              <a:defRPr sz="2200" b="1">
                <a:solidFill>
                  <a:schemeClr val="tx2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BA37E40B-957E-C00E-3B34-1B67D341A77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30936" y="3584448"/>
            <a:ext cx="4828032" cy="490538"/>
          </a:xfrm>
        </p:spPr>
        <p:txBody>
          <a:bodyPr/>
          <a:lstStyle>
            <a:lvl1pPr marL="0" indent="0">
              <a:lnSpc>
                <a:spcPct val="150000"/>
              </a:lnSpc>
              <a:spcBef>
                <a:spcPts val="0"/>
              </a:spcBef>
              <a:buNone/>
              <a:defRPr sz="2200" b="1">
                <a:solidFill>
                  <a:schemeClr val="tx2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EF15CD76-2DD5-DB8A-37D3-6098A50870D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65760" y="1792224"/>
            <a:ext cx="4754880" cy="1682750"/>
          </a:xfrm>
        </p:spPr>
        <p:txBody>
          <a:bodyPr/>
          <a:lstStyle>
            <a:lvl1pPr marL="283464"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1pPr>
            <a:lvl2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2pPr>
            <a:lvl3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3pPr>
            <a:lvl4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4pPr>
            <a:lvl5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57A044E0-660B-4002-E13C-F00498E4978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365760" y="4123944"/>
            <a:ext cx="4754880" cy="941831"/>
          </a:xfrm>
        </p:spPr>
        <p:txBody>
          <a:bodyPr/>
          <a:lstStyle>
            <a:lvl1pPr marL="283464"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1pPr>
            <a:lvl2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2pPr>
            <a:lvl3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3pPr>
            <a:lvl4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4pPr>
            <a:lvl5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</p:txBody>
      </p:sp>
      <p:sp>
        <p:nvSpPr>
          <p:cNvPr id="22" name="Text Placeholder 10">
            <a:extLst>
              <a:ext uri="{FF2B5EF4-FFF2-40B4-BE49-F238E27FC236}">
                <a16:creationId xmlns:a16="http://schemas.microsoft.com/office/drawing/2014/main" id="{93287C28-1CA8-AEA5-1E16-BC0B1E99CD24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30936" y="5065776"/>
            <a:ext cx="4828032" cy="490538"/>
          </a:xfrm>
        </p:spPr>
        <p:txBody>
          <a:bodyPr/>
          <a:lstStyle>
            <a:lvl1pPr marL="0" indent="0">
              <a:lnSpc>
                <a:spcPct val="150000"/>
              </a:lnSpc>
              <a:spcBef>
                <a:spcPts val="0"/>
              </a:spcBef>
              <a:buNone/>
              <a:defRPr sz="2200" b="1">
                <a:solidFill>
                  <a:schemeClr val="tx2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3" name="Text Placeholder 13">
            <a:extLst>
              <a:ext uri="{FF2B5EF4-FFF2-40B4-BE49-F238E27FC236}">
                <a16:creationId xmlns:a16="http://schemas.microsoft.com/office/drawing/2014/main" id="{19920C32-5167-72B1-7B9E-709723F907CE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65760" y="5605272"/>
            <a:ext cx="4754880" cy="1143254"/>
          </a:xfrm>
        </p:spPr>
        <p:txBody>
          <a:bodyPr/>
          <a:lstStyle>
            <a:lvl1pPr marL="283464"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1pPr>
            <a:lvl2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2pPr>
            <a:lvl3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3pPr>
            <a:lvl4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4pPr>
            <a:lvl5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37759829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on the right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F5F7D9D8-A960-E038-84D2-764C7A50F698}"/>
              </a:ext>
            </a:extLst>
          </p:cNvPr>
          <p:cNvSpPr/>
          <p:nvPr userDrawn="1"/>
        </p:nvSpPr>
        <p:spPr>
          <a:xfrm>
            <a:off x="-12700" y="858"/>
            <a:ext cx="3060700" cy="6857142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>
              <a:solidFill>
                <a:schemeClr val="bg1"/>
              </a:solidFill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A0C7E2C-83B2-58E9-DE90-AB1857F1A1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Presentation title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487B4A1-AE7C-A6CC-7143-5EC918D662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FCF61C-3B18-4C03-8326-CC3B32D710C9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A78715BA-7A66-D464-AAEF-141988B871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7512" y="1399032"/>
            <a:ext cx="4846320" cy="1682749"/>
          </a:xfrm>
        </p:spPr>
        <p:txBody>
          <a:bodyPr/>
          <a:lstStyle>
            <a:lvl1pPr>
              <a:lnSpc>
                <a:spcPct val="80000"/>
              </a:lnSpc>
              <a:defRPr sz="5000">
                <a:solidFill>
                  <a:schemeClr val="tx2"/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3D0BF4BF-3C7C-C67F-B6EE-805EC95EF8C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245352" y="1252728"/>
            <a:ext cx="4828032" cy="490538"/>
          </a:xfrm>
        </p:spPr>
        <p:txBody>
          <a:bodyPr/>
          <a:lstStyle>
            <a:lvl1pPr marL="0" indent="0">
              <a:lnSpc>
                <a:spcPct val="150000"/>
              </a:lnSpc>
              <a:spcBef>
                <a:spcPts val="0"/>
              </a:spcBef>
              <a:buNone/>
              <a:defRPr sz="2200" b="1">
                <a:solidFill>
                  <a:schemeClr val="tx2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BA37E40B-957E-C00E-3B34-1B67D341A77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245352" y="3502152"/>
            <a:ext cx="4828032" cy="490538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200" b="1">
                <a:solidFill>
                  <a:schemeClr val="tx2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EF15CD76-2DD5-DB8A-37D3-6098A50870D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989320" y="1792224"/>
            <a:ext cx="4754880" cy="1682750"/>
          </a:xfrm>
        </p:spPr>
        <p:txBody>
          <a:bodyPr/>
          <a:lstStyle>
            <a:lvl1pPr marL="283464"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1pPr>
            <a:lvl2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2pPr>
            <a:lvl3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3pPr>
            <a:lvl4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4pPr>
            <a:lvl5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57A044E0-660B-4002-E13C-F00498E4978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989320" y="3941064"/>
            <a:ext cx="4754880" cy="1682750"/>
          </a:xfrm>
        </p:spPr>
        <p:txBody>
          <a:bodyPr/>
          <a:lstStyle>
            <a:lvl1pPr marL="283464"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1pPr>
            <a:lvl2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2pPr>
            <a:lvl3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3pPr>
            <a:lvl4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4pPr>
            <a:lvl5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40DF3371-342F-C17D-5A7F-EF76E89A55C5}"/>
              </a:ext>
            </a:extLst>
          </p:cNvPr>
          <p:cNvGrpSpPr/>
          <p:nvPr userDrawn="1"/>
        </p:nvGrpSpPr>
        <p:grpSpPr>
          <a:xfrm>
            <a:off x="-11882" y="3045007"/>
            <a:ext cx="4279082" cy="364"/>
            <a:chOff x="5475479" y="5537794"/>
            <a:chExt cx="4279082" cy="364"/>
          </a:xfrm>
        </p:grpSpPr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84369914-5489-3EA1-5419-F83F6C7A150D}"/>
                </a:ext>
              </a:extLst>
            </p:cNvPr>
            <p:cNvCxnSpPr>
              <a:cxnSpLocks/>
            </p:cNvCxnSpPr>
            <p:nvPr/>
          </p:nvCxnSpPr>
          <p:spPr>
            <a:xfrm>
              <a:off x="5475479" y="5537976"/>
              <a:ext cx="3060700" cy="0"/>
            </a:xfrm>
            <a:prstGeom prst="line">
              <a:avLst/>
            </a:prstGeom>
            <a:ln w="5715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0BDE23CC-0B75-F3A6-1882-265BF90D4AA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537690" y="5537794"/>
              <a:ext cx="1216871" cy="364"/>
            </a:xfrm>
            <a:prstGeom prst="line">
              <a:avLst/>
            </a:prstGeom>
            <a:ln w="5715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29097728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on the right dark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5749AEB6-4539-A203-D085-8EBE329C08E0}"/>
              </a:ext>
            </a:extLst>
          </p:cNvPr>
          <p:cNvSpPr/>
          <p:nvPr userDrawn="1"/>
        </p:nvSpPr>
        <p:spPr>
          <a:xfrm>
            <a:off x="3962399" y="858"/>
            <a:ext cx="8271641" cy="6857142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>
              <a:solidFill>
                <a:schemeClr val="tx2"/>
              </a:solidFill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A0C7E2C-83B2-58E9-DE90-AB1857F1A1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Presentation title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487B4A1-AE7C-A6CC-7143-5EC918D662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5BFCF61C-3B18-4C03-8326-CC3B32D710C9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A78715BA-7A66-D464-AAEF-141988B871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7512" y="1399032"/>
            <a:ext cx="4846320" cy="1682749"/>
          </a:xfrm>
        </p:spPr>
        <p:txBody>
          <a:bodyPr/>
          <a:lstStyle>
            <a:lvl1pPr>
              <a:lnSpc>
                <a:spcPct val="80000"/>
              </a:lnSpc>
              <a:defRPr sz="5000">
                <a:solidFill>
                  <a:schemeClr val="accent4"/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3D0BF4BF-3C7C-C67F-B6EE-805EC95EF8C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245352" y="1353312"/>
            <a:ext cx="4828032" cy="490538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200" b="1">
                <a:solidFill>
                  <a:schemeClr val="accent5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BA37E40B-957E-C00E-3B34-1B67D341A77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245352" y="3502152"/>
            <a:ext cx="4828032" cy="490538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200" b="1">
                <a:solidFill>
                  <a:schemeClr val="accent5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EF15CD76-2DD5-DB8A-37D3-6098A50870D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971032" y="1792224"/>
            <a:ext cx="4754880" cy="1682750"/>
          </a:xfrm>
        </p:spPr>
        <p:txBody>
          <a:bodyPr/>
          <a:lstStyle>
            <a:lvl1pPr marL="283464"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accent5"/>
                </a:solidFill>
              </a:defRPr>
            </a:lvl1pPr>
            <a:lvl2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accent5"/>
                </a:solidFill>
              </a:defRPr>
            </a:lvl2pPr>
            <a:lvl3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accent5"/>
                </a:solidFill>
              </a:defRPr>
            </a:lvl3pPr>
            <a:lvl4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accent5"/>
                </a:solidFill>
              </a:defRPr>
            </a:lvl4pPr>
            <a:lvl5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57A044E0-660B-4002-E13C-F00498E4978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971032" y="3941064"/>
            <a:ext cx="4754880" cy="1682750"/>
          </a:xfrm>
        </p:spPr>
        <p:txBody>
          <a:bodyPr/>
          <a:lstStyle>
            <a:lvl1pPr marL="283464"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accent5"/>
                </a:solidFill>
              </a:defRPr>
            </a:lvl1pPr>
            <a:lvl2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accent5"/>
                </a:solidFill>
              </a:defRPr>
            </a:lvl2pPr>
            <a:lvl3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accent5"/>
                </a:solidFill>
              </a:defRPr>
            </a:lvl3pPr>
            <a:lvl4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accent5"/>
                </a:solidFill>
              </a:defRPr>
            </a:lvl4pPr>
            <a:lvl5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0D78A0CF-0A37-4436-67C4-B32FD7703E96}"/>
              </a:ext>
            </a:extLst>
          </p:cNvPr>
          <p:cNvGrpSpPr/>
          <p:nvPr userDrawn="1"/>
        </p:nvGrpSpPr>
        <p:grpSpPr>
          <a:xfrm>
            <a:off x="-28308" y="2514621"/>
            <a:ext cx="5666632" cy="0"/>
            <a:chOff x="5464255" y="5541151"/>
            <a:chExt cx="5666632" cy="0"/>
          </a:xfrm>
        </p:grpSpPr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8FC6D8A4-CA31-16C2-95B7-B98F65F29A69}"/>
                </a:ext>
              </a:extLst>
            </p:cNvPr>
            <p:cNvCxnSpPr>
              <a:cxnSpLocks/>
            </p:cNvCxnSpPr>
            <p:nvPr/>
          </p:nvCxnSpPr>
          <p:spPr>
            <a:xfrm>
              <a:off x="5464255" y="5541151"/>
              <a:ext cx="3991534" cy="0"/>
            </a:xfrm>
            <a:prstGeom prst="line">
              <a:avLst/>
            </a:prstGeom>
            <a:ln w="57150">
              <a:solidFill>
                <a:schemeClr val="accent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02097A8D-64FC-CDBD-4497-5E32BC6AF9C2}"/>
                </a:ext>
              </a:extLst>
            </p:cNvPr>
            <p:cNvCxnSpPr>
              <a:cxnSpLocks/>
            </p:cNvCxnSpPr>
            <p:nvPr/>
          </p:nvCxnSpPr>
          <p:spPr>
            <a:xfrm>
              <a:off x="9454487" y="5541151"/>
              <a:ext cx="1676400" cy="0"/>
            </a:xfrm>
            <a:prstGeom prst="line">
              <a:avLst/>
            </a:prstGeom>
            <a:ln w="5715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781931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bg>
      <p:bgPr>
        <a:solidFill>
          <a:schemeClr val="accent3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ACF6E0F-D722-BAD9-C6AD-9A11DAE47E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Presentation title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1160B7A-B490-F67E-2740-38CA3A9876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FCF61C-3B18-4C03-8326-CC3B32D710C9}" type="slidenum">
              <a:rPr lang="en-US" noProof="0" smtClean="0"/>
              <a:t>‹#›</a:t>
            </a:fld>
            <a:endParaRPr lang="en-US" noProof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814A6C9A-83F0-5E94-8A5B-89CB08282C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95144" y="1463040"/>
            <a:ext cx="7498080" cy="704088"/>
          </a:xfrm>
        </p:spPr>
        <p:txBody>
          <a:bodyPr/>
          <a:lstStyle>
            <a:lvl1pPr>
              <a:defRPr sz="5000"/>
            </a:lvl1pPr>
          </a:lstStyle>
          <a:p>
            <a:r>
              <a:rPr lang="en-US" noProof="0"/>
              <a:t>Click to edit Master title style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52784B99-8374-AA22-4161-578F9BF77E2B}"/>
              </a:ext>
            </a:extLst>
          </p:cNvPr>
          <p:cNvGrpSpPr/>
          <p:nvPr userDrawn="1"/>
        </p:nvGrpSpPr>
        <p:grpSpPr>
          <a:xfrm>
            <a:off x="2400300" y="2535841"/>
            <a:ext cx="9801127" cy="821"/>
            <a:chOff x="2286319" y="5546299"/>
            <a:chExt cx="9801127" cy="903"/>
          </a:xfrm>
        </p:grpSpPr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F0F45B19-145D-7398-7A64-A88B28251AAD}"/>
                </a:ext>
              </a:extLst>
            </p:cNvPr>
            <p:cNvCxnSpPr>
              <a:cxnSpLocks/>
            </p:cNvCxnSpPr>
            <p:nvPr/>
          </p:nvCxnSpPr>
          <p:spPr>
            <a:xfrm>
              <a:off x="2286319" y="5546299"/>
              <a:ext cx="7391400" cy="0"/>
            </a:xfrm>
            <a:prstGeom prst="line">
              <a:avLst/>
            </a:prstGeom>
            <a:ln w="57150">
              <a:solidFill>
                <a:schemeClr val="bg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0029EB3C-D7BA-1FCE-3158-8F1116C6F5BE}"/>
                </a:ext>
              </a:extLst>
            </p:cNvPr>
            <p:cNvCxnSpPr>
              <a:cxnSpLocks/>
            </p:cNvCxnSpPr>
            <p:nvPr/>
          </p:nvCxnSpPr>
          <p:spPr>
            <a:xfrm>
              <a:off x="9676016" y="5547202"/>
              <a:ext cx="2411430" cy="0"/>
            </a:xfrm>
            <a:prstGeom prst="line">
              <a:avLst/>
            </a:prstGeom>
            <a:ln w="5715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F8F78388-68BC-0124-C243-36D5B5DC78E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322576" y="2971800"/>
            <a:ext cx="4828032" cy="490538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200" b="1">
                <a:solidFill>
                  <a:schemeClr val="tx2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D7FBEF6F-7749-849E-36C5-CC056F30711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322576" y="4443984"/>
            <a:ext cx="4828032" cy="490538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200" b="1">
                <a:solidFill>
                  <a:schemeClr val="tx2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A350182-DD59-73E2-C20A-4B5FE671544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2020824" y="3401568"/>
            <a:ext cx="8379220" cy="975260"/>
          </a:xfrm>
        </p:spPr>
        <p:txBody>
          <a:bodyPr numCol="2" spcCol="91440"/>
          <a:lstStyle>
            <a:lvl1pPr marL="283464"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1pPr>
            <a:lvl2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2pPr>
            <a:lvl3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3pPr>
            <a:lvl4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4pPr>
            <a:lvl5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5E14A588-A920-9AE0-A268-A008EAF6FCB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2020824" y="4901184"/>
            <a:ext cx="8379220" cy="975260"/>
          </a:xfrm>
        </p:spPr>
        <p:txBody>
          <a:bodyPr numCol="2" spcCol="91440"/>
          <a:lstStyle>
            <a:lvl1pPr marL="283464"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1pPr>
            <a:lvl2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2pPr>
            <a:lvl3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3pPr>
            <a:lvl4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4pPr>
            <a:lvl5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17890225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ntent">
    <p:bg>
      <p:bgPr>
        <a:solidFill>
          <a:schemeClr val="accent3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ACF6E0F-D722-BAD9-C6AD-9A11DAE47E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Presentation title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1160B7A-B490-F67E-2740-38CA3A9876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FCF61C-3B18-4C03-8326-CC3B32D710C9}" type="slidenum">
              <a:rPr lang="en-US" noProof="0" smtClean="0"/>
              <a:t>‹#›</a:t>
            </a:fld>
            <a:endParaRPr lang="en-US" noProof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814A6C9A-83F0-5E94-8A5B-89CB08282C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504" y="1463040"/>
            <a:ext cx="10871708" cy="704088"/>
          </a:xfrm>
        </p:spPr>
        <p:txBody>
          <a:bodyPr/>
          <a:lstStyle>
            <a:lvl1pPr>
              <a:defRPr sz="5000"/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F8F78388-68BC-0124-C243-36D5B5DC78E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49224" y="2980944"/>
            <a:ext cx="3282696" cy="1106424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200" b="1">
                <a:solidFill>
                  <a:schemeClr val="tx2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D7FBEF6F-7749-849E-36C5-CC056F30711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334256" y="2980944"/>
            <a:ext cx="3282696" cy="1106424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200" b="1">
                <a:solidFill>
                  <a:schemeClr val="tx2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A350182-DD59-73E2-C20A-4B5FE671544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65760" y="4114800"/>
            <a:ext cx="3282696" cy="975260"/>
          </a:xfrm>
        </p:spPr>
        <p:txBody>
          <a:bodyPr numCol="1" spcCol="91440"/>
          <a:lstStyle>
            <a:lvl1pPr marL="283464"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1pPr>
            <a:lvl2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2pPr>
            <a:lvl3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3pPr>
            <a:lvl4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4pPr>
            <a:lvl5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5E14A588-A920-9AE0-A268-A008EAF6FCB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005072" y="4114800"/>
            <a:ext cx="3282696" cy="975260"/>
          </a:xfrm>
        </p:spPr>
        <p:txBody>
          <a:bodyPr numCol="1" spcCol="91440"/>
          <a:lstStyle>
            <a:lvl1pPr marL="283464"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1pPr>
            <a:lvl2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2pPr>
            <a:lvl3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3pPr>
            <a:lvl4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4pPr>
            <a:lvl5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B8221A12-8B19-605A-2244-2D732269C955}"/>
              </a:ext>
            </a:extLst>
          </p:cNvPr>
          <p:cNvGrpSpPr/>
          <p:nvPr userDrawn="1"/>
        </p:nvGrpSpPr>
        <p:grpSpPr>
          <a:xfrm>
            <a:off x="716788" y="2527173"/>
            <a:ext cx="10758424" cy="1564"/>
            <a:chOff x="2792270" y="5541172"/>
            <a:chExt cx="11391900" cy="158"/>
          </a:xfrm>
        </p:grpSpPr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A86C500B-5A93-298F-7CEF-ED445452E460}"/>
                </a:ext>
              </a:extLst>
            </p:cNvPr>
            <p:cNvCxnSpPr>
              <a:cxnSpLocks/>
            </p:cNvCxnSpPr>
            <p:nvPr/>
          </p:nvCxnSpPr>
          <p:spPr>
            <a:xfrm>
              <a:off x="2792270" y="5541172"/>
              <a:ext cx="6760464" cy="0"/>
            </a:xfrm>
            <a:prstGeom prst="line">
              <a:avLst/>
            </a:prstGeom>
            <a:ln w="5715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D7A559BC-EF4A-29D4-CF56-6425516A5D91}"/>
                </a:ext>
              </a:extLst>
            </p:cNvPr>
            <p:cNvCxnSpPr>
              <a:cxnSpLocks/>
            </p:cNvCxnSpPr>
            <p:nvPr/>
          </p:nvCxnSpPr>
          <p:spPr>
            <a:xfrm>
              <a:off x="9552734" y="5541330"/>
              <a:ext cx="4631436" cy="0"/>
            </a:xfrm>
            <a:prstGeom prst="line">
              <a:avLst/>
            </a:prstGeom>
            <a:ln w="5715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9" name="Text Placeholder 10">
            <a:extLst>
              <a:ext uri="{FF2B5EF4-FFF2-40B4-BE49-F238E27FC236}">
                <a16:creationId xmlns:a16="http://schemas.microsoft.com/office/drawing/2014/main" id="{D2D34186-8505-57AE-F518-0C83BF1C06C9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8266176" y="2980944"/>
            <a:ext cx="3282696" cy="1106424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200" b="1">
                <a:solidFill>
                  <a:schemeClr val="tx2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0" name="Text Placeholder 13">
            <a:extLst>
              <a:ext uri="{FF2B5EF4-FFF2-40B4-BE49-F238E27FC236}">
                <a16:creationId xmlns:a16="http://schemas.microsoft.com/office/drawing/2014/main" id="{ABE767DA-9D93-94AD-D34D-2B8A51A76645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7973568" y="4114800"/>
            <a:ext cx="3282696" cy="975260"/>
          </a:xfrm>
        </p:spPr>
        <p:txBody>
          <a:bodyPr numCol="1" spcCol="91440"/>
          <a:lstStyle>
            <a:lvl1pPr marL="283464"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1pPr>
            <a:lvl2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2pPr>
            <a:lvl3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3pPr>
            <a:lvl4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4pPr>
            <a:lvl5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318147566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5AE86B75-C16C-C033-D27D-FF84EFB71131}"/>
              </a:ext>
            </a:extLst>
          </p:cNvPr>
          <p:cNvSpPr/>
          <p:nvPr userDrawn="1"/>
        </p:nvSpPr>
        <p:spPr>
          <a:xfrm>
            <a:off x="0" y="0"/>
            <a:ext cx="100203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E31443F-EAC2-06D1-A3D1-D73510EAF2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13432" y="1426464"/>
            <a:ext cx="6675120" cy="1702816"/>
          </a:xfrm>
        </p:spPr>
        <p:txBody>
          <a:bodyPr anchor="t"/>
          <a:lstStyle>
            <a:lvl1pPr>
              <a:lnSpc>
                <a:spcPct val="80000"/>
              </a:lnSpc>
              <a:defRPr sz="7200" cap="all" baseline="0"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D80535FC-1B0E-C4EB-FE55-190522219FEA}"/>
              </a:ext>
            </a:extLst>
          </p:cNvPr>
          <p:cNvGrpSpPr/>
          <p:nvPr userDrawn="1"/>
        </p:nvGrpSpPr>
        <p:grpSpPr>
          <a:xfrm>
            <a:off x="3979533" y="5799270"/>
            <a:ext cx="8212467" cy="0"/>
            <a:chOff x="3733800" y="5537385"/>
            <a:chExt cx="8212467" cy="0"/>
          </a:xfrm>
        </p:grpSpPr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9CA6B206-18E0-06D2-958F-E859A1428A57}"/>
                </a:ext>
              </a:extLst>
            </p:cNvPr>
            <p:cNvCxnSpPr>
              <a:cxnSpLocks/>
            </p:cNvCxnSpPr>
            <p:nvPr/>
          </p:nvCxnSpPr>
          <p:spPr>
            <a:xfrm>
              <a:off x="3733800" y="5537385"/>
              <a:ext cx="6054153" cy="0"/>
            </a:xfrm>
            <a:prstGeom prst="line">
              <a:avLst/>
            </a:prstGeom>
            <a:ln w="571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0447EEA7-F856-F6C0-18DD-5D37FD51D45B}"/>
                </a:ext>
              </a:extLst>
            </p:cNvPr>
            <p:cNvCxnSpPr>
              <a:cxnSpLocks/>
            </p:cNvCxnSpPr>
            <p:nvPr/>
          </p:nvCxnSpPr>
          <p:spPr>
            <a:xfrm>
              <a:off x="9774567" y="5537385"/>
              <a:ext cx="2171700" cy="0"/>
            </a:xfrm>
            <a:prstGeom prst="line">
              <a:avLst/>
            </a:prstGeom>
            <a:ln w="5715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A9C909AE-4D54-F197-103E-29E9C2597F5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877056" y="3383280"/>
            <a:ext cx="4754880" cy="2057400"/>
          </a:xfrm>
        </p:spPr>
        <p:txBody>
          <a:bodyPr/>
          <a:lstStyle>
            <a:lvl1pPr marL="0" indent="0">
              <a:lnSpc>
                <a:spcPct val="150000"/>
              </a:lnSpc>
              <a:spcBef>
                <a:spcPts val="0"/>
              </a:spcBef>
              <a:buNone/>
              <a:defRPr sz="2200" b="1">
                <a:solidFill>
                  <a:schemeClr val="bg1"/>
                </a:solidFill>
              </a:defRPr>
            </a:lvl1pPr>
            <a:lvl2pPr marL="0" indent="0">
              <a:lnSpc>
                <a:spcPct val="150000"/>
              </a:lnSpc>
              <a:spcBef>
                <a:spcPts val="0"/>
              </a:spcBef>
              <a:buNone/>
              <a:defRPr sz="2200"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152596832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74C5F1F-F8B7-6C5F-6A7F-5F8F6128A1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Presentation title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FD9287E-E726-E0E6-2871-FE77159B5E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FCF61C-3B18-4C03-8326-CC3B32D710C9}" type="slidenum">
              <a:rPr lang="en-US" noProof="0" smtClean="0"/>
              <a:t>‹#›</a:t>
            </a:fld>
            <a:endParaRPr lang="en-US" noProof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160592E8-155C-36FA-DA0A-52B23CE8AF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2576334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F1F3471-B7F6-01DB-D712-136C1626DF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Presentation title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2C05956-4CA5-988F-7C93-317A88D120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FCF61C-3B18-4C03-8326-CC3B32D710C9}" type="slidenum">
              <a:rPr lang="en-US" noProof="0" smtClean="0"/>
              <a:t>‹#›</a:t>
            </a:fld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185614619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AB670E-478C-D301-FCE5-E830024697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3B16CD-30BD-156F-11B4-9CF89A0642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E3C54B0-9878-1911-8DE9-EC464D2027E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697EEE8-8F1E-8F14-E2ED-333A1FF247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Presentation title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9DFABEB-B6B7-2591-AE85-265A3F8731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FCF61C-3B18-4C03-8326-CC3B32D710C9}" type="slidenum">
              <a:rPr lang="en-US" noProof="0" smtClean="0"/>
              <a:t>‹#›</a:t>
            </a:fld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206230959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E52A6A-C17E-2616-3199-C8D78E7EE7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7705714-E101-08DD-6A13-D561A3EC2C8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noProof="0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16ECB26-D659-5BC3-C669-1B45225D27D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BC595AB-D292-D355-47CD-748C160B1B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Presentation title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C1CEE5F-F44A-DD2C-EEC3-D4C76B69D1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FCF61C-3B18-4C03-8326-CC3B32D710C9}" type="slidenum">
              <a:rPr lang="en-US" noProof="0" smtClean="0"/>
              <a:t>‹#›</a:t>
            </a:fld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7529389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76BC278-3A9A-4241-1DE5-469D2AB5E3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115367"/>
            <a:ext cx="10515600" cy="575321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noProof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38A5E58-5605-E2B6-AEBE-7EF159AAD7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21D507-72FD-CB53-B342-C69D562AFDC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noProof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A3E9A7-861F-C5C4-DD4E-37AC66D867E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11480" y="301752"/>
            <a:ext cx="1828800" cy="27432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200">
                <a:solidFill>
                  <a:schemeClr val="tx2"/>
                </a:solidFill>
              </a:defRPr>
            </a:lvl1pPr>
          </a:lstStyle>
          <a:p>
            <a:r>
              <a:rPr lang="en-US" noProof="0"/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77A1DC-56B8-6C78-5020-E45478D099C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122408" y="301752"/>
            <a:ext cx="1673352" cy="27432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sz="1200">
                <a:solidFill>
                  <a:schemeClr val="tx2"/>
                </a:solidFill>
              </a:defRPr>
            </a:lvl1pPr>
          </a:lstStyle>
          <a:p>
            <a:fld id="{5BFCF61C-3B18-4C03-8326-CC3B32D710C9}" type="slidenum">
              <a:rPr lang="en-US" noProof="0" smtClean="0"/>
              <a:pPr/>
              <a:t>‹#›</a:t>
            </a:fld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1350680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9" r:id="rId2"/>
    <p:sldLayoutId id="2147483651" r:id="rId3"/>
    <p:sldLayoutId id="2147483660" r:id="rId4"/>
    <p:sldLayoutId id="2147483661" r:id="rId5"/>
    <p:sldLayoutId id="2147483665" r:id="rId6"/>
    <p:sldLayoutId id="2147483662" r:id="rId7"/>
    <p:sldLayoutId id="2147483664" r:id="rId8"/>
    <p:sldLayoutId id="2147483663" r:id="rId9"/>
    <p:sldLayoutId id="2147483652" r:id="rId10"/>
    <p:sldLayoutId id="2147483666" r:id="rId11"/>
    <p:sldLayoutId id="2147483658" r:id="rId12"/>
    <p:sldLayoutId id="2147483654" r:id="rId13"/>
    <p:sldLayoutId id="2147483655" r:id="rId14"/>
    <p:sldLayoutId id="2147483656" r:id="rId15"/>
    <p:sldLayoutId id="2147483657" r:id="rId16"/>
  </p:sldLayoutIdLst>
  <p:hf hdr="0" dt="0"/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4400" kern="1200" cap="all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2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2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2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2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2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PK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itle 23">
            <a:extLst>
              <a:ext uri="{FF2B5EF4-FFF2-40B4-BE49-F238E27FC236}">
                <a16:creationId xmlns:a16="http://schemas.microsoft.com/office/drawing/2014/main" id="{04B07C7A-8E1D-7BF7-31C8-5C68C6D2F9C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PROGRESS REPORT</a:t>
            </a:r>
          </a:p>
        </p:txBody>
      </p:sp>
      <p:sp>
        <p:nvSpPr>
          <p:cNvPr id="11" name="Subtitle 10">
            <a:extLst>
              <a:ext uri="{FF2B5EF4-FFF2-40B4-BE49-F238E27FC236}">
                <a16:creationId xmlns:a16="http://schemas.microsoft.com/office/drawing/2014/main" id="{EF3A7BFE-9123-98C4-791C-9A3FE773CF9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31505" y="3931069"/>
            <a:ext cx="8412693" cy="384048"/>
          </a:xfrm>
        </p:spPr>
        <p:txBody>
          <a:bodyPr/>
          <a:lstStyle/>
          <a:p>
            <a:r>
              <a:rPr lang="en-US" dirty="0"/>
              <a:t>Title: - </a:t>
            </a:r>
            <a:r>
              <a:rPr lang="en-IN" b="0" dirty="0"/>
              <a:t>Twitter (X) Real-Time Data Engineering Pipeline</a:t>
            </a:r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28631039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79103A-7E0F-A503-491C-874CA2A16B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STATUS SUMMARY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E79730E-E638-275F-6C74-85FDCE30C4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0B85CC1-CC9E-26A5-C05A-E64ABEDD93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FCF61C-3B18-4C03-8326-CC3B32D710C9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DA7A49E4-DCE3-62DE-B6D1-539EBFFFE6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Project on track for delivery</a:t>
            </a:r>
          </a:p>
          <a:p>
            <a:r>
              <a:rPr lang="en-US" noProof="0" dirty="0"/>
              <a:t>Delivery date is end of Q3</a:t>
            </a:r>
          </a:p>
          <a:p>
            <a:r>
              <a:rPr lang="en-US" noProof="0" dirty="0"/>
              <a:t>Estimate cost of $14,000</a:t>
            </a:r>
          </a:p>
          <a:p>
            <a:r>
              <a:rPr lang="en-US" dirty="0"/>
              <a:t>Project will deliver after Contoso update in Q4</a:t>
            </a:r>
          </a:p>
          <a:p>
            <a:pPr lvl="1"/>
            <a:r>
              <a:rPr lang="en-US" dirty="0"/>
              <a:t>Contoso date of delivery is July 20xx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517934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8BDE3D-CB39-03D2-545F-5283024761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PROGRESS</a:t>
            </a:r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119D6C7A-A7F7-E063-9A09-611D1FB1DB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02F894F-23A1-85D4-2713-57D743F8086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/>
              <a:t>Schedule Implications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0EF4D35-9BD6-00FC-A23D-DCE50F2F200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/>
              <a:t>Roadblocks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1683C73-2637-AC0E-5A6B-47B6C6CB9E2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/>
              <a:t>Investors are planning to see the project delivered in Q4</a:t>
            </a:r>
          </a:p>
          <a:p>
            <a:r>
              <a:rPr lang="en-US"/>
              <a:t>Late delivery will delay future funding for further projects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846865D3-E9E5-FDDD-B091-FE6F9039C6E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/>
              <a:t>Understaffed in key roles</a:t>
            </a:r>
          </a:p>
          <a:p>
            <a:r>
              <a:rPr lang="en-US"/>
              <a:t>Tools to complete project randomly go offline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941D71DF-7225-6C66-9D2B-FAACEFF208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FCF61C-3B18-4C03-8326-CC3B32D710C9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91940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3393CE-9363-72CB-FD40-73A65C0DCC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ATTENTION AREAS</a:t>
            </a:r>
            <a:br>
              <a:rPr lang="en-US"/>
            </a:br>
            <a:endParaRPr lang="en-US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0D74F0DD-9277-50B0-68E1-220BA83448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ACB5A03-99D2-C953-F227-3E162025899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/>
              <a:t>Delays Since Last Update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F16C050-0EBC-234C-AB93-E7868D85A2B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/>
              <a:t>Warehouse problems with product stock </a:t>
            </a:r>
          </a:p>
          <a:p>
            <a:r>
              <a:rPr lang="en-US"/>
              <a:t>Software maintenance pushed back product updates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9013870-8786-7090-C9CF-E1E30DC7B92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/>
              <a:t>Understand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FC51C3F1-54D5-8F63-473C-F7876B8CE120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/>
              <a:t>Product stock delays are hurting our progress </a:t>
            </a:r>
          </a:p>
          <a:p>
            <a:r>
              <a:rPr lang="en-US"/>
              <a:t>Delays not anticipated as stock was ordered based on projections from last year</a:t>
            </a:r>
          </a:p>
          <a:p>
            <a:r>
              <a:rPr lang="en-US"/>
              <a:t>Direct customer to management if there is a need to discuss an issue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CB0BAE21-4E4A-BE6E-EE84-D535446B94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FCF61C-3B18-4C03-8326-CC3B32D710C9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23962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291133-2B2D-CB5C-25A3-A6BBC6AC48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SCHEDULE</a:t>
            </a:r>
            <a:br>
              <a:rPr lang="en-US"/>
            </a:br>
            <a:endParaRPr lang="en-US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15C361D4-2114-E276-681B-0EDACAD8E3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30480BD-3EF5-7A7E-9E81-E73191A1D49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/>
              <a:t>Key Dates</a:t>
            </a:r>
          </a:p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86737C8-4322-77C9-4E34-94E5EE136DB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/>
              <a:t>Product launches in Q3</a:t>
            </a:r>
          </a:p>
          <a:p>
            <a:r>
              <a:rPr lang="en-US"/>
              <a:t>Contoso updates launch in Q4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EAACD48-B184-C932-E41F-216DF4C1A5B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/>
              <a:t>For detailed schedule, see management</a:t>
            </a:r>
          </a:p>
          <a:p>
            <a:pPr marL="0" indent="0">
              <a:buNone/>
            </a:pPr>
            <a:r>
              <a:rPr lang="en-US" i="1"/>
              <a:t>Note: Please make sure you are familiar with details of the schedule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F8FC4DAD-8F22-40DC-8133-22BF52217F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FCF61C-3B18-4C03-8326-CC3B32D710C9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152623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5010AA-DDBA-D5A2-A34D-69E2167133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Deliverables</a:t>
            </a:r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E9C9137C-4C2A-3985-8399-B6159A8C5A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F31757D-D960-563E-13D7-10BC6A04122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/>
              <a:t>Main Critical Deliverables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FE1F326-65DA-D1D2-BADE-C228E0696D1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/>
              <a:t>Product launch</a:t>
            </a:r>
          </a:p>
          <a:p>
            <a:r>
              <a:rPr lang="en-US"/>
              <a:t>Software updates</a:t>
            </a:r>
          </a:p>
          <a:p>
            <a:r>
              <a:rPr lang="en-US"/>
              <a:t>Press release</a:t>
            </a:r>
          </a:p>
          <a:p>
            <a:r>
              <a:rPr lang="en-US"/>
              <a:t>Printed materials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1D7CDBE-3B02-5AB5-E827-30783980559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/>
              <a:t>Confidence Rating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3F33DEEB-3296-0AFB-2C98-5D37AC21B10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/>
              <a:t>5/5 confident that we will complete project on schedule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89804E48-D44D-C8A3-0944-D89136753D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FCF61C-3B18-4C03-8326-CC3B32D710C9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505451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262C4D-3F97-1652-3A4A-C989986D9B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COSTS</a:t>
            </a:r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BEC1259C-0A50-37A0-081E-E36D391D7A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9136911-B582-CB5C-914D-58A0AE6AB75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/>
              <a:t>Projection Of Costs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194D589-C330-607E-B446-0DA52AACC4E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/>
              <a:t>$14,000 projection for project</a:t>
            </a:r>
          </a:p>
          <a:p>
            <a:r>
              <a:rPr lang="en-US"/>
              <a:t>Main source from angel investors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AB49C3E-AD51-081C-CB26-BA65EB17C0A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/>
              <a:t>Cost Overruns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7F8B4CE7-99C9-BD2D-17D0-2B34D13B367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/>
              <a:t>$2,000 over budget</a:t>
            </a:r>
          </a:p>
          <a:p>
            <a:r>
              <a:rPr lang="en-US"/>
              <a:t>Closed gaps in communication with staff to present future budget issues</a:t>
            </a:r>
          </a:p>
          <a:p>
            <a:r>
              <a:rPr lang="en-US"/>
              <a:t>Project can track to remain on budget based on planning and current projections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208378E4-1369-B8BE-D097-D0A68C992F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FCF61C-3B18-4C03-8326-CC3B32D710C9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635514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2C85805-79DB-07ED-6BDE-11B8962D46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50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TECHNOLOGY</a:t>
            </a:r>
            <a:br>
              <a:rPr lang="en-US" sz="50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n-US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4CEA3CB1-AF25-EA4C-A297-4DDC6E0EDC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83E68DE-3756-7E72-3F5A-34338BB312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FCF61C-3B18-4C03-8326-CC3B32D710C9}" type="slidenum">
              <a:rPr lang="en-US" smtClean="0"/>
              <a:t>8</a:t>
            </a:fld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D4C7CBA-BE77-048A-DED3-BCCB5936C56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sz="2200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Technical Problems That Have Been </a:t>
            </a:r>
            <a:br>
              <a:rPr lang="en-US" sz="2200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2200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Solved</a:t>
            </a:r>
          </a:p>
          <a:p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2749D3A3-A012-454F-EFFD-30D72C9C8AE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Created offline working mode to prevent delays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9E02B69-8EDA-C137-FEEF-12D4F89D01C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sz="2200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Dubious Technological Depend</a:t>
            </a:r>
            <a:r>
              <a:rPr lang="en-US" altLang="zh-CN" sz="2200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</a:t>
            </a:r>
            <a:r>
              <a:rPr lang="en-US" sz="2200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cies For Projec</a:t>
            </a:r>
            <a:r>
              <a:rPr lang="en-US" altLang="zh-CN" sz="2200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</a:t>
            </a:r>
            <a:endParaRPr lang="en-US" sz="2200" b="1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D89074EA-C6FF-2A59-04ED-55D899CA345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Software will continue to crash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Work offline and save updates when servers are back online</a:t>
            </a:r>
            <a:endParaRPr lang="en-US" sz="1600" dirty="0">
              <a:solidFill>
                <a:schemeClr val="tx2"/>
              </a:solidFill>
            </a:endParaRPr>
          </a:p>
          <a:p>
            <a:endParaRPr lang="en-US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2F6D1492-6808-B064-1F4E-6B49A77CEAE9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US" sz="2200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Outstanding Technical Issues That Need To Be Solve</a:t>
            </a:r>
            <a:r>
              <a:rPr lang="en-US" altLang="zh-CN" sz="2200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</a:t>
            </a:r>
            <a:endParaRPr lang="en-US" sz="2200" b="1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A4B14CB4-1193-ED18-7BAA-87DF524040D5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en-US" sz="1600" noProof="1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Software tools for running product testing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7661497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A65C01-2837-2D71-254F-BAEEC669F3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RESOURCES</a:t>
            </a:r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CEED6286-6851-6DDB-6D9B-9B02A607B3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A783BE29-9226-E728-BAD0-B02DEADFB9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FCF61C-3B18-4C03-8326-CC3B32D710C9}" type="slidenum">
              <a:rPr lang="en-US" smtClean="0"/>
              <a:pPr/>
              <a:t>9</a:t>
            </a:fld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C23C4BE-E1DD-7EED-DB71-4D5F3B63E69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/>
              <a:t>Project Resources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4168C84-B182-4E7D-56FB-01EE4B11DC8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/>
              <a:t>What Customers Want</a:t>
            </a:r>
          </a:p>
          <a:p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3DF41ED-5729-1B31-0C04-21385523D7E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/>
              <a:t>All staff is working on keeping the project on </a:t>
            </a:r>
            <a:br>
              <a:rPr lang="en-US"/>
            </a:br>
            <a:r>
              <a:rPr lang="en-US"/>
              <a:t>time</a:t>
            </a:r>
          </a:p>
          <a:p>
            <a:r>
              <a:rPr lang="en-US"/>
              <a:t>Hire vendors to help with project completion</a:t>
            </a:r>
          </a:p>
          <a:p>
            <a:r>
              <a:rPr lang="en-US"/>
              <a:t>Need more funding if we want to hire more </a:t>
            </a:r>
            <a:br>
              <a:rPr lang="en-US"/>
            </a:br>
            <a:r>
              <a:rPr lang="en-US"/>
              <a:t>workers to help in the future</a:t>
            </a:r>
          </a:p>
          <a:p>
            <a:endParaRPr lang="en-US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D180BD75-0796-C71E-07C4-224B63C0CEE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/>
              <a:t>Customers want their product to work efficiently </a:t>
            </a:r>
            <a:br>
              <a:rPr lang="en-US"/>
            </a:br>
            <a:r>
              <a:rPr lang="en-US"/>
              <a:t>so they can continue to communicate with their employees while they work remotely 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464717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52E563-D2B2-A0AD-3574-E8C8FDCE3D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GOALS FOR</a:t>
            </a:r>
            <a:br>
              <a:rPr lang="en-US"/>
            </a:br>
            <a:r>
              <a:rPr lang="en-US"/>
              <a:t>NEXT REVIEW</a:t>
            </a:r>
          </a:p>
        </p:txBody>
      </p:sp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B83AAE15-CE16-991A-C05F-0BD9741819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2A819C-8720-05AC-589D-CCF280D381A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/>
              <a:t>Next Review Date: July 20XX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0D775342-B398-D058-62EA-D657A2192D6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/>
              <a:t>Check on warehouse update</a:t>
            </a:r>
          </a:p>
          <a:p>
            <a:r>
              <a:rPr lang="en-US"/>
              <a:t>Fix software issues</a:t>
            </a:r>
          </a:p>
          <a:p>
            <a:r>
              <a:rPr lang="en-US"/>
              <a:t>Finish drafting solution</a:t>
            </a:r>
          </a:p>
          <a:p>
            <a:r>
              <a:rPr lang="en-US"/>
              <a:t>Resolve budget question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B9D3C290-A56C-B087-9C47-005A3BC3E12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/>
              <a:t>Goals </a:t>
            </a:r>
            <a:r>
              <a:rPr lang="en-US" altLang="zh-CN"/>
              <a:t>f</a:t>
            </a:r>
            <a:r>
              <a:rPr lang="en-US"/>
              <a:t>or Next Review</a:t>
            </a:r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E954CCA8-9E58-39CC-C428-F4B19348692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/>
              <a:t>Mirjam Nilsson will tackle and resolve the goals by next meeting</a:t>
            </a:r>
          </a:p>
          <a:p>
            <a:endParaRPr lang="en-US"/>
          </a:p>
        </p:txBody>
      </p:sp>
      <p:sp>
        <p:nvSpPr>
          <p:cNvPr id="21" name="Text Placeholder 20">
            <a:extLst>
              <a:ext uri="{FF2B5EF4-FFF2-40B4-BE49-F238E27FC236}">
                <a16:creationId xmlns:a16="http://schemas.microsoft.com/office/drawing/2014/main" id="{6047A6BF-476B-7D5D-EE4E-C50B34AFE8A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US"/>
              <a:t>Action Plan Review</a:t>
            </a:r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CB66A1BD-2500-AB18-9DCA-0585F33C24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FCF61C-3B18-4C03-8326-CC3B32D710C9}" type="slidenum">
              <a:rPr lang="en-US" smtClean="0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84849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464AE1-C6FD-2EFB-79A7-7C9A6C853E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Thank</a:t>
            </a:r>
            <a:br>
              <a:rPr lang="en-US"/>
            </a:br>
            <a:r>
              <a:rPr lang="en-US"/>
              <a:t>You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3FB47C1-128E-60DF-5281-30C3EFCAB39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/>
              <a:t>Mirjam Nilsson</a:t>
            </a:r>
          </a:p>
          <a:p>
            <a:pPr lvl="1"/>
            <a:r>
              <a:rPr lang="en-US"/>
              <a:t>206-555-0146</a:t>
            </a:r>
          </a:p>
          <a:p>
            <a:pPr lvl="1"/>
            <a:r>
              <a:rPr lang="en-US"/>
              <a:t>mirjam@contoso.com</a:t>
            </a:r>
          </a:p>
          <a:p>
            <a:pPr lvl="1"/>
            <a:r>
              <a:rPr lang="en-US"/>
              <a:t>www.contoso.com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23634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10">
      <a:dk1>
        <a:srgbClr val="000000"/>
      </a:dk1>
      <a:lt1>
        <a:srgbClr val="FFFFFF"/>
      </a:lt1>
      <a:dk2>
        <a:srgbClr val="3B4546"/>
      </a:dk2>
      <a:lt2>
        <a:srgbClr val="E7E6E6"/>
      </a:lt2>
      <a:accent1>
        <a:srgbClr val="753F2C"/>
      </a:accent1>
      <a:accent2>
        <a:srgbClr val="637376"/>
      </a:accent2>
      <a:accent3>
        <a:srgbClr val="BE937E"/>
      </a:accent3>
      <a:accent4>
        <a:srgbClr val="576853"/>
      </a:accent4>
      <a:accent5>
        <a:srgbClr val="EDE9E6"/>
      </a:accent5>
      <a:accent6>
        <a:srgbClr val="D0CDC5"/>
      </a:accent6>
      <a:hlink>
        <a:srgbClr val="4F4F4F"/>
      </a:hlink>
      <a:folHlink>
        <a:srgbClr val="BE937E"/>
      </a:folHlink>
    </a:clrScheme>
    <a:fontScheme name="Custom 13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oject_Status_Report_Win32_jx_v13" id="{548E155F-A436-4869-AA06-37335B2050B4}" vid="{0EDDC63E-FF1F-4E31-B8F2-45C944B9CE89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4" ma:contentTypeDescription="Create a new document." ma:contentTypeScope="" ma:versionID="2d714a3296df14eba7a100bb665443ca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49549bf45bfbbfb6cffed527380e77e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92CF51A7-9108-45AF-AF64-7A03A8DEEF80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A66A1098-79A7-47E8-8A61-8CB2B72760B2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5D5FA367-1CF2-4EC2-949E-D7EB334E593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Project status report</Template>
  <TotalTime>5</TotalTime>
  <Words>427</Words>
  <Application>Microsoft Office PowerPoint</Application>
  <PresentationFormat>Widescreen</PresentationFormat>
  <Paragraphs>92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PROGRESS REPORT</vt:lpstr>
      <vt:lpstr>STATUS SUMMARY</vt:lpstr>
      <vt:lpstr>PROGRESS</vt:lpstr>
      <vt:lpstr>ATTENTION AREAS </vt:lpstr>
      <vt:lpstr>SCHEDULE </vt:lpstr>
      <vt:lpstr>Deliverables</vt:lpstr>
      <vt:lpstr>COSTS</vt:lpstr>
      <vt:lpstr>TECHNOLOGY </vt:lpstr>
      <vt:lpstr>RESOURCES</vt:lpstr>
      <vt:lpstr>GOALS FOR NEXT REVIEW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anish khobragade</dc:creator>
  <cp:lastModifiedBy>anish khobragade</cp:lastModifiedBy>
  <cp:revision>1</cp:revision>
  <dcterms:created xsi:type="dcterms:W3CDTF">2026-05-25T17:31:20Z</dcterms:created>
  <dcterms:modified xsi:type="dcterms:W3CDTF">2026-05-25T17:36:34Z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